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64" r:id="rId1"/>
  </p:sldMasterIdLst>
  <p:sldIdLst>
    <p:sldId id="256" r:id="rId2"/>
    <p:sldId id="257" r:id="rId3"/>
    <p:sldId id="258" r:id="rId4"/>
    <p:sldId id="263" r:id="rId5"/>
    <p:sldId id="261" r:id="rId6"/>
    <p:sldId id="262" r:id="rId7"/>
    <p:sldId id="264" r:id="rId8"/>
    <p:sldId id="272" r:id="rId9"/>
    <p:sldId id="265" r:id="rId10"/>
    <p:sldId id="266" r:id="rId11"/>
    <p:sldId id="267" r:id="rId12"/>
    <p:sldId id="271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3CD210-E0B5-43C5-8248-8F1B981BE417}" v="89" dt="2025-12-14T15:23:13.4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rija Swaminathan" userId="a7bd118d4a1de37a" providerId="LiveId" clId="{3032A659-365F-4A6B-AF9B-9E93B49E0B0F}"/>
    <pc:docChg chg="undo custSel addSld delSld modSld">
      <pc:chgData name="Girija Swaminathan" userId="a7bd118d4a1de37a" providerId="LiveId" clId="{3032A659-365F-4A6B-AF9B-9E93B49E0B0F}" dt="2025-12-14T15:25:24.381" v="6859" actId="20577"/>
      <pc:docMkLst>
        <pc:docMk/>
      </pc:docMkLst>
      <pc:sldChg chg="addSp delSp modSp mod modClrScheme chgLayout">
        <pc:chgData name="Girija Swaminathan" userId="a7bd118d4a1de37a" providerId="LiveId" clId="{3032A659-365F-4A6B-AF9B-9E93B49E0B0F}" dt="2025-12-13T19:29:57.581" v="6569" actId="1035"/>
        <pc:sldMkLst>
          <pc:docMk/>
          <pc:sldMk cId="3501330632" sldId="256"/>
        </pc:sldMkLst>
        <pc:spChg chg="mod ord">
          <ac:chgData name="Girija Swaminathan" userId="a7bd118d4a1de37a" providerId="LiveId" clId="{3032A659-365F-4A6B-AF9B-9E93B49E0B0F}" dt="2025-12-13T19:28:09.060" v="6552" actId="1076"/>
          <ac:spMkLst>
            <pc:docMk/>
            <pc:sldMk cId="3501330632" sldId="256"/>
            <ac:spMk id="2" creationId="{7A2220F0-3544-9638-E985-3EC60A105B08}"/>
          </ac:spMkLst>
        </pc:spChg>
        <pc:spChg chg="add mod">
          <ac:chgData name="Girija Swaminathan" userId="a7bd118d4a1de37a" providerId="LiveId" clId="{3032A659-365F-4A6B-AF9B-9E93B49E0B0F}" dt="2025-12-13T19:28:01.239" v="6550" actId="1076"/>
          <ac:spMkLst>
            <pc:docMk/>
            <pc:sldMk cId="3501330632" sldId="256"/>
            <ac:spMk id="4" creationId="{0EAC8A7A-C22B-5622-655E-E0ECDCE350A7}"/>
          </ac:spMkLst>
        </pc:spChg>
        <pc:picChg chg="add del mod">
          <ac:chgData name="Girija Swaminathan" userId="a7bd118d4a1de37a" providerId="LiveId" clId="{3032A659-365F-4A6B-AF9B-9E93B49E0B0F}" dt="2025-12-13T19:28:35.724" v="6559" actId="478"/>
          <ac:picMkLst>
            <pc:docMk/>
            <pc:sldMk cId="3501330632" sldId="256"/>
            <ac:picMk id="6" creationId="{481D43C1-FECB-7CC0-3045-3C439A8207F0}"/>
          </ac:picMkLst>
        </pc:picChg>
        <pc:picChg chg="add mod">
          <ac:chgData name="Girija Swaminathan" userId="a7bd118d4a1de37a" providerId="LiveId" clId="{3032A659-365F-4A6B-AF9B-9E93B49E0B0F}" dt="2025-12-13T19:29:57.581" v="6569" actId="1035"/>
          <ac:picMkLst>
            <pc:docMk/>
            <pc:sldMk cId="3501330632" sldId="256"/>
            <ac:picMk id="8" creationId="{44508932-38FA-748D-A3D0-D63F705DE509}"/>
          </ac:picMkLst>
        </pc:picChg>
      </pc:sldChg>
      <pc:sldChg chg="modSp mod modClrScheme chgLayout">
        <pc:chgData name="Girija Swaminathan" userId="a7bd118d4a1de37a" providerId="LiveId" clId="{3032A659-365F-4A6B-AF9B-9E93B49E0B0F}" dt="2025-12-13T19:43:16.871" v="6681" actId="700"/>
        <pc:sldMkLst>
          <pc:docMk/>
          <pc:sldMk cId="1121078082" sldId="257"/>
        </pc:sldMkLst>
        <pc:spChg chg="mod ord">
          <ac:chgData name="Girija Swaminathan" userId="a7bd118d4a1de37a" providerId="LiveId" clId="{3032A659-365F-4A6B-AF9B-9E93B49E0B0F}" dt="2025-12-13T19:43:16.871" v="6681" actId="700"/>
          <ac:spMkLst>
            <pc:docMk/>
            <pc:sldMk cId="1121078082" sldId="257"/>
            <ac:spMk id="2" creationId="{B5A9F6BD-0D17-740B-BB63-A98014D2B5F9}"/>
          </ac:spMkLst>
        </pc:spChg>
        <pc:spChg chg="mod ord">
          <ac:chgData name="Girija Swaminathan" userId="a7bd118d4a1de37a" providerId="LiveId" clId="{3032A659-365F-4A6B-AF9B-9E93B49E0B0F}" dt="2025-12-13T19:43:16.871" v="6681" actId="700"/>
          <ac:spMkLst>
            <pc:docMk/>
            <pc:sldMk cId="1121078082" sldId="257"/>
            <ac:spMk id="3" creationId="{6604E169-7F41-A429-8F39-4BCF3D480A86}"/>
          </ac:spMkLst>
        </pc:spChg>
      </pc:sldChg>
      <pc:sldChg chg="modSp new mod chgLayout">
        <pc:chgData name="Girija Swaminathan" userId="a7bd118d4a1de37a" providerId="LiveId" clId="{3032A659-365F-4A6B-AF9B-9E93B49E0B0F}" dt="2025-12-13T19:43:21.872" v="6683" actId="27636"/>
        <pc:sldMkLst>
          <pc:docMk/>
          <pc:sldMk cId="792142677" sldId="258"/>
        </pc:sldMkLst>
        <pc:spChg chg="mod ord">
          <ac:chgData name="Girija Swaminathan" userId="a7bd118d4a1de37a" providerId="LiveId" clId="{3032A659-365F-4A6B-AF9B-9E93B49E0B0F}" dt="2025-12-13T19:43:21.840" v="6682" actId="700"/>
          <ac:spMkLst>
            <pc:docMk/>
            <pc:sldMk cId="792142677" sldId="258"/>
            <ac:spMk id="2" creationId="{A091778B-60BE-E096-1BD4-855F76FB5361}"/>
          </ac:spMkLst>
        </pc:spChg>
        <pc:spChg chg="mod ord">
          <ac:chgData name="Girija Swaminathan" userId="a7bd118d4a1de37a" providerId="LiveId" clId="{3032A659-365F-4A6B-AF9B-9E93B49E0B0F}" dt="2025-12-13T19:43:21.872" v="6683" actId="27636"/>
          <ac:spMkLst>
            <pc:docMk/>
            <pc:sldMk cId="792142677" sldId="258"/>
            <ac:spMk id="3" creationId="{8A057175-ACDB-7705-5C0C-91A92460B2D4}"/>
          </ac:spMkLst>
        </pc:spChg>
      </pc:sldChg>
      <pc:sldChg chg="addSp delSp modSp new del mod modClrScheme chgLayout">
        <pc:chgData name="Girija Swaminathan" userId="a7bd118d4a1de37a" providerId="LiveId" clId="{3032A659-365F-4A6B-AF9B-9E93B49E0B0F}" dt="2025-12-13T15:45:41.414" v="2311" actId="2696"/>
        <pc:sldMkLst>
          <pc:docMk/>
          <pc:sldMk cId="222860992" sldId="259"/>
        </pc:sldMkLst>
        <pc:spChg chg="mod ord">
          <ac:chgData name="Girija Swaminathan" userId="a7bd118d4a1de37a" providerId="LiveId" clId="{3032A659-365F-4A6B-AF9B-9E93B49E0B0F}" dt="2025-12-13T15:25:08.846" v="2107" actId="1076"/>
          <ac:spMkLst>
            <pc:docMk/>
            <pc:sldMk cId="222860992" sldId="259"/>
            <ac:spMk id="2" creationId="{116FF013-8CB9-3181-F844-589C105AD298}"/>
          </ac:spMkLst>
        </pc:spChg>
        <pc:spChg chg="mod ord">
          <ac:chgData name="Girija Swaminathan" userId="a7bd118d4a1de37a" providerId="LiveId" clId="{3032A659-365F-4A6B-AF9B-9E93B49E0B0F}" dt="2025-12-13T15:40:04.302" v="2259" actId="12"/>
          <ac:spMkLst>
            <pc:docMk/>
            <pc:sldMk cId="222860992" sldId="259"/>
            <ac:spMk id="3" creationId="{41CA9759-7AC4-A181-ED6B-5B428C4DCA66}"/>
          </ac:spMkLst>
        </pc:spChg>
        <pc:spChg chg="add mod ord">
          <ac:chgData name="Girija Swaminathan" userId="a7bd118d4a1de37a" providerId="LiveId" clId="{3032A659-365F-4A6B-AF9B-9E93B49E0B0F}" dt="2025-12-13T15:41:43.626" v="2287" actId="20577"/>
          <ac:spMkLst>
            <pc:docMk/>
            <pc:sldMk cId="222860992" sldId="259"/>
            <ac:spMk id="5" creationId="{FE6E358D-9660-6A53-88A9-BD641241D35B}"/>
          </ac:spMkLst>
        </pc:spChg>
      </pc:sldChg>
      <pc:sldChg chg="addSp delSp modSp new del mod">
        <pc:chgData name="Girija Swaminathan" userId="a7bd118d4a1de37a" providerId="LiveId" clId="{3032A659-365F-4A6B-AF9B-9E93B49E0B0F}" dt="2025-12-13T15:45:44.987" v="2312" actId="2696"/>
        <pc:sldMkLst>
          <pc:docMk/>
          <pc:sldMk cId="287599952" sldId="260"/>
        </pc:sldMkLst>
        <pc:spChg chg="del mod">
          <ac:chgData name="Girija Swaminathan" userId="a7bd118d4a1de37a" providerId="LiveId" clId="{3032A659-365F-4A6B-AF9B-9E93B49E0B0F}" dt="2025-12-13T15:19:23.774" v="2083"/>
          <ac:spMkLst>
            <pc:docMk/>
            <pc:sldMk cId="287599952" sldId="260"/>
            <ac:spMk id="2" creationId="{9FA43A75-8DEB-8EB2-8E2F-27C0D3942266}"/>
          </ac:spMkLst>
        </pc:spChg>
        <pc:spChg chg="del mod">
          <ac:chgData name="Girija Swaminathan" userId="a7bd118d4a1de37a" providerId="LiveId" clId="{3032A659-365F-4A6B-AF9B-9E93B49E0B0F}" dt="2025-12-13T15:20:27.016" v="2087"/>
          <ac:spMkLst>
            <pc:docMk/>
            <pc:sldMk cId="287599952" sldId="260"/>
            <ac:spMk id="3" creationId="{2D3A754B-B4BC-CB32-AE61-03BFDEB948A7}"/>
          </ac:spMkLst>
        </pc:spChg>
        <pc:spChg chg="add mod">
          <ac:chgData name="Girija Swaminathan" userId="a7bd118d4a1de37a" providerId="LiveId" clId="{3032A659-365F-4A6B-AF9B-9E93B49E0B0F}" dt="2025-12-13T15:32:18.604" v="2245" actId="113"/>
          <ac:spMkLst>
            <pc:docMk/>
            <pc:sldMk cId="287599952" sldId="260"/>
            <ac:spMk id="5" creationId="{7F438221-EFE4-4F21-9315-380C9E8D6B0B}"/>
          </ac:spMkLst>
        </pc:spChg>
        <pc:spChg chg="add mod">
          <ac:chgData name="Girija Swaminathan" userId="a7bd118d4a1de37a" providerId="LiveId" clId="{3032A659-365F-4A6B-AF9B-9E93B49E0B0F}" dt="2025-12-13T15:39:01.414" v="2250" actId="2711"/>
          <ac:spMkLst>
            <pc:docMk/>
            <pc:sldMk cId="287599952" sldId="260"/>
            <ac:spMk id="6" creationId="{140E3003-E32F-68A4-67E5-351591527656}"/>
          </ac:spMkLst>
        </pc:spChg>
        <pc:spChg chg="add mod">
          <ac:chgData name="Girija Swaminathan" userId="a7bd118d4a1de37a" providerId="LiveId" clId="{3032A659-365F-4A6B-AF9B-9E93B49E0B0F}" dt="2025-12-13T15:38:23.542" v="2247" actId="255"/>
          <ac:spMkLst>
            <pc:docMk/>
            <pc:sldMk cId="287599952" sldId="260"/>
            <ac:spMk id="7" creationId="{58F7E6AA-AAD0-B343-DC3A-31DF30CED117}"/>
          </ac:spMkLst>
        </pc:spChg>
      </pc:sldChg>
      <pc:sldChg chg="addSp delSp modSp new mod modClrScheme chgLayout">
        <pc:chgData name="Girija Swaminathan" userId="a7bd118d4a1de37a" providerId="LiveId" clId="{3032A659-365F-4A6B-AF9B-9E93B49E0B0F}" dt="2025-12-14T15:06:17.563" v="6764" actId="20577"/>
        <pc:sldMkLst>
          <pc:docMk/>
          <pc:sldMk cId="1029650807" sldId="261"/>
        </pc:sldMkLst>
        <pc:spChg chg="mod ord">
          <ac:chgData name="Girija Swaminathan" userId="a7bd118d4a1de37a" providerId="LiveId" clId="{3032A659-365F-4A6B-AF9B-9E93B49E0B0F}" dt="2025-12-13T19:44:06.322" v="6691" actId="700"/>
          <ac:spMkLst>
            <pc:docMk/>
            <pc:sldMk cId="1029650807" sldId="261"/>
            <ac:spMk id="2" creationId="{7F89A62F-CA02-69F0-E44C-06CA822EAB01}"/>
          </ac:spMkLst>
        </pc:spChg>
        <pc:spChg chg="mod ord">
          <ac:chgData name="Girija Swaminathan" userId="a7bd118d4a1de37a" providerId="LiveId" clId="{3032A659-365F-4A6B-AF9B-9E93B49E0B0F}" dt="2025-12-13T19:44:06.322" v="6691" actId="700"/>
          <ac:spMkLst>
            <pc:docMk/>
            <pc:sldMk cId="1029650807" sldId="261"/>
            <ac:spMk id="3" creationId="{6C0A04A9-EF65-09E4-BD89-8B7A496E7F3C}"/>
          </ac:spMkLst>
        </pc:spChg>
        <pc:spChg chg="mod ord">
          <ac:chgData name="Girija Swaminathan" userId="a7bd118d4a1de37a" providerId="LiveId" clId="{3032A659-365F-4A6B-AF9B-9E93B49E0B0F}" dt="2025-12-13T19:44:06.322" v="6691" actId="700"/>
          <ac:spMkLst>
            <pc:docMk/>
            <pc:sldMk cId="1029650807" sldId="261"/>
            <ac:spMk id="4" creationId="{0D458A90-EE1B-519E-DE02-FB0FAF13B5FB}"/>
          </ac:spMkLst>
        </pc:spChg>
        <pc:spChg chg="add del mod ord">
          <ac:chgData name="Girija Swaminathan" userId="a7bd118d4a1de37a" providerId="LiveId" clId="{3032A659-365F-4A6B-AF9B-9E93B49E0B0F}" dt="2025-12-13T19:44:06.322" v="6691" actId="700"/>
          <ac:spMkLst>
            <pc:docMk/>
            <pc:sldMk cId="1029650807" sldId="261"/>
            <ac:spMk id="5" creationId="{4F226F31-E4F4-9D37-4C24-8C61B667C9C7}"/>
          </ac:spMkLst>
        </pc:spChg>
        <pc:spChg chg="add del mod ord">
          <ac:chgData name="Girija Swaminathan" userId="a7bd118d4a1de37a" providerId="LiveId" clId="{3032A659-365F-4A6B-AF9B-9E93B49E0B0F}" dt="2025-12-13T19:44:06.322" v="6691" actId="700"/>
          <ac:spMkLst>
            <pc:docMk/>
            <pc:sldMk cId="1029650807" sldId="261"/>
            <ac:spMk id="6" creationId="{CADE59EC-B4E2-6753-87BD-84F1B5EBE5C2}"/>
          </ac:spMkLst>
        </pc:spChg>
        <pc:graphicFrameChg chg="add mod modGraphic">
          <ac:chgData name="Girija Swaminathan" userId="a7bd118d4a1de37a" providerId="LiveId" clId="{3032A659-365F-4A6B-AF9B-9E93B49E0B0F}" dt="2025-12-14T15:06:17.563" v="6764" actId="20577"/>
          <ac:graphicFrameMkLst>
            <pc:docMk/>
            <pc:sldMk cId="1029650807" sldId="261"/>
            <ac:graphicFrameMk id="5" creationId="{7CE1C31A-E199-F53C-34CF-CDB7EF359400}"/>
          </ac:graphicFrameMkLst>
        </pc:graphicFrameChg>
        <pc:graphicFrameChg chg="add mod modGraphic">
          <ac:chgData name="Girija Swaminathan" userId="a7bd118d4a1de37a" providerId="LiveId" clId="{3032A659-365F-4A6B-AF9B-9E93B49E0B0F}" dt="2025-12-14T15:05:58.620" v="6758" actId="1038"/>
          <ac:graphicFrameMkLst>
            <pc:docMk/>
            <pc:sldMk cId="1029650807" sldId="261"/>
            <ac:graphicFrameMk id="6" creationId="{D4C5E8EE-1478-8F61-6659-18829B3CCBF2}"/>
          </ac:graphicFrameMkLst>
        </pc:graphicFrameChg>
      </pc:sldChg>
      <pc:sldChg chg="addSp delSp modSp new mod modClrScheme chgLayout">
        <pc:chgData name="Girija Swaminathan" userId="a7bd118d4a1de37a" providerId="LiveId" clId="{3032A659-365F-4A6B-AF9B-9E93B49E0B0F}" dt="2025-12-14T15:04:10.983" v="6747" actId="27636"/>
        <pc:sldMkLst>
          <pc:docMk/>
          <pc:sldMk cId="2349026314" sldId="262"/>
        </pc:sldMkLst>
        <pc:spChg chg="mod ord">
          <ac:chgData name="Girija Swaminathan" userId="a7bd118d4a1de37a" providerId="LiveId" clId="{3032A659-365F-4A6B-AF9B-9E93B49E0B0F}" dt="2025-12-13T19:43:08.224" v="6679" actId="700"/>
          <ac:spMkLst>
            <pc:docMk/>
            <pc:sldMk cId="2349026314" sldId="262"/>
            <ac:spMk id="2" creationId="{1FDB263D-BB8C-4F16-1454-4C3837307524}"/>
          </ac:spMkLst>
        </pc:spChg>
        <pc:spChg chg="mod ord">
          <ac:chgData name="Girija Swaminathan" userId="a7bd118d4a1de37a" providerId="LiveId" clId="{3032A659-365F-4A6B-AF9B-9E93B49E0B0F}" dt="2025-12-14T15:04:10.983" v="6747" actId="27636"/>
          <ac:spMkLst>
            <pc:docMk/>
            <pc:sldMk cId="2349026314" sldId="262"/>
            <ac:spMk id="3" creationId="{10050FE9-09D1-AD29-805F-61CA7C3A47DF}"/>
          </ac:spMkLst>
        </pc:spChg>
        <pc:spChg chg="del">
          <ac:chgData name="Girija Swaminathan" userId="a7bd118d4a1de37a" providerId="LiveId" clId="{3032A659-365F-4A6B-AF9B-9E93B49E0B0F}" dt="2025-12-13T15:47:25.125" v="2338" actId="478"/>
          <ac:spMkLst>
            <pc:docMk/>
            <pc:sldMk cId="2349026314" sldId="262"/>
            <ac:spMk id="4" creationId="{BD789A42-D840-847E-D497-71BCB306B1F8}"/>
          </ac:spMkLst>
        </pc:spChg>
        <pc:spChg chg="add">
          <ac:chgData name="Girija Swaminathan" userId="a7bd118d4a1de37a" providerId="LiveId" clId="{3032A659-365F-4A6B-AF9B-9E93B49E0B0F}" dt="2025-12-13T17:08:05.119" v="2993"/>
          <ac:spMkLst>
            <pc:docMk/>
            <pc:sldMk cId="2349026314" sldId="262"/>
            <ac:spMk id="5" creationId="{6C27D7C3-BB69-9D1C-AFA3-62B9064D0F7E}"/>
          </ac:spMkLst>
        </pc:spChg>
        <pc:spChg chg="add mod">
          <ac:chgData name="Girija Swaminathan" userId="a7bd118d4a1de37a" providerId="LiveId" clId="{3032A659-365F-4A6B-AF9B-9E93B49E0B0F}" dt="2025-12-13T17:08:09.873" v="2995"/>
          <ac:spMkLst>
            <pc:docMk/>
            <pc:sldMk cId="2349026314" sldId="262"/>
            <ac:spMk id="6" creationId="{8534585D-F001-5F97-3397-133221424BE1}"/>
          </ac:spMkLst>
        </pc:spChg>
        <pc:spChg chg="add">
          <ac:chgData name="Girija Swaminathan" userId="a7bd118d4a1de37a" providerId="LiveId" clId="{3032A659-365F-4A6B-AF9B-9E93B49E0B0F}" dt="2025-12-13T17:08:12.173" v="2996"/>
          <ac:spMkLst>
            <pc:docMk/>
            <pc:sldMk cId="2349026314" sldId="262"/>
            <ac:spMk id="7" creationId="{07D065EF-023F-4A5B-6415-85F3790B2112}"/>
          </ac:spMkLst>
        </pc:spChg>
      </pc:sldChg>
      <pc:sldChg chg="modSp new mod chgLayout">
        <pc:chgData name="Girija Swaminathan" userId="a7bd118d4a1de37a" providerId="LiveId" clId="{3032A659-365F-4A6B-AF9B-9E93B49E0B0F}" dt="2025-12-13T19:43:32.446" v="6685" actId="27636"/>
        <pc:sldMkLst>
          <pc:docMk/>
          <pc:sldMk cId="1685459790" sldId="263"/>
        </pc:sldMkLst>
        <pc:spChg chg="mod ord">
          <ac:chgData name="Girija Swaminathan" userId="a7bd118d4a1de37a" providerId="LiveId" clId="{3032A659-365F-4A6B-AF9B-9E93B49E0B0F}" dt="2025-12-13T19:43:32.399" v="6684" actId="700"/>
          <ac:spMkLst>
            <pc:docMk/>
            <pc:sldMk cId="1685459790" sldId="263"/>
            <ac:spMk id="2" creationId="{E521D3FD-3E6F-E624-96BB-CE7ED41EB5C3}"/>
          </ac:spMkLst>
        </pc:spChg>
        <pc:spChg chg="mod ord">
          <ac:chgData name="Girija Swaminathan" userId="a7bd118d4a1de37a" providerId="LiveId" clId="{3032A659-365F-4A6B-AF9B-9E93B49E0B0F}" dt="2025-12-13T19:43:32.446" v="6685" actId="27636"/>
          <ac:spMkLst>
            <pc:docMk/>
            <pc:sldMk cId="1685459790" sldId="263"/>
            <ac:spMk id="3" creationId="{BC16245C-3DB6-CEAC-6CB1-758044E27B06}"/>
          </ac:spMkLst>
        </pc:spChg>
      </pc:sldChg>
      <pc:sldChg chg="addSp delSp modSp new mod">
        <pc:chgData name="Girija Swaminathan" userId="a7bd118d4a1de37a" providerId="LiveId" clId="{3032A659-365F-4A6B-AF9B-9E93B49E0B0F}" dt="2025-12-13T17:35:52.934" v="3512" actId="114"/>
        <pc:sldMkLst>
          <pc:docMk/>
          <pc:sldMk cId="2375655930" sldId="264"/>
        </pc:sldMkLst>
        <pc:spChg chg="mod">
          <ac:chgData name="Girija Swaminathan" userId="a7bd118d4a1de37a" providerId="LiveId" clId="{3032A659-365F-4A6B-AF9B-9E93B49E0B0F}" dt="2025-12-13T17:35:52.934" v="3512" actId="114"/>
          <ac:spMkLst>
            <pc:docMk/>
            <pc:sldMk cId="2375655930" sldId="264"/>
            <ac:spMk id="2" creationId="{4F59B312-0B8B-A57D-1221-5AD7DA490CEA}"/>
          </ac:spMkLst>
        </pc:spChg>
        <pc:spChg chg="del mod">
          <ac:chgData name="Girija Swaminathan" userId="a7bd118d4a1de37a" providerId="LiveId" clId="{3032A659-365F-4A6B-AF9B-9E93B49E0B0F}" dt="2025-12-13T17:23:17.057" v="3348" actId="22"/>
          <ac:spMkLst>
            <pc:docMk/>
            <pc:sldMk cId="2375655930" sldId="264"/>
            <ac:spMk id="3" creationId="{30CE4311-5468-670B-B314-2ECEF5AC520A}"/>
          </ac:spMkLst>
        </pc:spChg>
        <pc:spChg chg="del">
          <ac:chgData name="Girija Swaminathan" userId="a7bd118d4a1de37a" providerId="LiveId" clId="{3032A659-365F-4A6B-AF9B-9E93B49E0B0F}" dt="2025-12-13T17:13:20.234" v="3251" actId="478"/>
          <ac:spMkLst>
            <pc:docMk/>
            <pc:sldMk cId="2375655930" sldId="264"/>
            <ac:spMk id="4" creationId="{7E6C1AD1-AC24-1ACE-04A6-84195517CEBC}"/>
          </ac:spMkLst>
        </pc:spChg>
        <pc:picChg chg="add mod ord">
          <ac:chgData name="Girija Swaminathan" userId="a7bd118d4a1de37a" providerId="LiveId" clId="{3032A659-365F-4A6B-AF9B-9E93B49E0B0F}" dt="2025-12-13T17:26:22.795" v="3398" actId="14100"/>
          <ac:picMkLst>
            <pc:docMk/>
            <pc:sldMk cId="2375655930" sldId="264"/>
            <ac:picMk id="6" creationId="{056009FD-18CE-D8CC-4B3C-EB2E374B776B}"/>
          </ac:picMkLst>
        </pc:picChg>
      </pc:sldChg>
      <pc:sldChg chg="addSp delSp modSp new mod modClrScheme chgLayout">
        <pc:chgData name="Girija Swaminathan" userId="a7bd118d4a1de37a" providerId="LiveId" clId="{3032A659-365F-4A6B-AF9B-9E93B49E0B0F}" dt="2025-12-13T19:44:19.330" v="6693" actId="27636"/>
        <pc:sldMkLst>
          <pc:docMk/>
          <pc:sldMk cId="3027485650" sldId="265"/>
        </pc:sldMkLst>
        <pc:spChg chg="mod ord">
          <ac:chgData name="Girija Swaminathan" userId="a7bd118d4a1de37a" providerId="LiveId" clId="{3032A659-365F-4A6B-AF9B-9E93B49E0B0F}" dt="2025-12-13T19:44:19.298" v="6692" actId="700"/>
          <ac:spMkLst>
            <pc:docMk/>
            <pc:sldMk cId="3027485650" sldId="265"/>
            <ac:spMk id="2" creationId="{CDB90F87-4956-C480-8E09-F0D5129C104F}"/>
          </ac:spMkLst>
        </pc:spChg>
        <pc:spChg chg="mod ord">
          <ac:chgData name="Girija Swaminathan" userId="a7bd118d4a1de37a" providerId="LiveId" clId="{3032A659-365F-4A6B-AF9B-9E93B49E0B0F}" dt="2025-12-13T19:44:19.330" v="6693" actId="27636"/>
          <ac:spMkLst>
            <pc:docMk/>
            <pc:sldMk cId="3027485650" sldId="265"/>
            <ac:spMk id="3" creationId="{2417E876-58CA-5F07-8A01-385078C7FFFC}"/>
          </ac:spMkLst>
        </pc:spChg>
        <pc:spChg chg="del">
          <ac:chgData name="Girija Swaminathan" userId="a7bd118d4a1de37a" providerId="LiveId" clId="{3032A659-365F-4A6B-AF9B-9E93B49E0B0F}" dt="2025-12-13T17:31:04.264" v="3425" actId="478"/>
          <ac:spMkLst>
            <pc:docMk/>
            <pc:sldMk cId="3027485650" sldId="265"/>
            <ac:spMk id="4" creationId="{E989194F-0B3B-C768-C72C-0EADF4D51D22}"/>
          </ac:spMkLst>
        </pc:spChg>
        <pc:spChg chg="add">
          <ac:chgData name="Girija Swaminathan" userId="a7bd118d4a1de37a" providerId="LiveId" clId="{3032A659-365F-4A6B-AF9B-9E93B49E0B0F}" dt="2025-12-13T17:41:15.301" v="3900"/>
          <ac:spMkLst>
            <pc:docMk/>
            <pc:sldMk cId="3027485650" sldId="265"/>
            <ac:spMk id="5" creationId="{CB6A89B0-A61F-70F4-0802-9FE937A0D422}"/>
          </ac:spMkLst>
        </pc:spChg>
        <pc:spChg chg="add">
          <ac:chgData name="Girija Swaminathan" userId="a7bd118d4a1de37a" providerId="LiveId" clId="{3032A659-365F-4A6B-AF9B-9E93B49E0B0F}" dt="2025-12-13T17:41:20.797" v="3901"/>
          <ac:spMkLst>
            <pc:docMk/>
            <pc:sldMk cId="3027485650" sldId="265"/>
            <ac:spMk id="6" creationId="{C67372C8-6E4D-E3D5-3894-4999C553147E}"/>
          </ac:spMkLst>
        </pc:spChg>
      </pc:sldChg>
      <pc:sldChg chg="addSp delSp modSp new mod modClrScheme chgLayout">
        <pc:chgData name="Girija Swaminathan" userId="a7bd118d4a1de37a" providerId="LiveId" clId="{3032A659-365F-4A6B-AF9B-9E93B49E0B0F}" dt="2025-12-13T19:44:27.959" v="6695" actId="700"/>
        <pc:sldMkLst>
          <pc:docMk/>
          <pc:sldMk cId="305879834" sldId="266"/>
        </pc:sldMkLst>
        <pc:spChg chg="mod ord">
          <ac:chgData name="Girija Swaminathan" userId="a7bd118d4a1de37a" providerId="LiveId" clId="{3032A659-365F-4A6B-AF9B-9E93B49E0B0F}" dt="2025-12-13T19:44:27.959" v="6695" actId="700"/>
          <ac:spMkLst>
            <pc:docMk/>
            <pc:sldMk cId="305879834" sldId="266"/>
            <ac:spMk id="2" creationId="{671DA13D-D6AB-49FF-9DA1-E26ADEC315CB}"/>
          </ac:spMkLst>
        </pc:spChg>
        <pc:spChg chg="del mod">
          <ac:chgData name="Girija Swaminathan" userId="a7bd118d4a1de37a" providerId="LiveId" clId="{3032A659-365F-4A6B-AF9B-9E93B49E0B0F}" dt="2025-12-13T17:44:37.642" v="3933" actId="3680"/>
          <ac:spMkLst>
            <pc:docMk/>
            <pc:sldMk cId="305879834" sldId="266"/>
            <ac:spMk id="3" creationId="{76BD6F4E-D44B-63B4-9FDD-18D153A069BF}"/>
          </ac:spMkLst>
        </pc:spChg>
        <pc:spChg chg="del">
          <ac:chgData name="Girija Swaminathan" userId="a7bd118d4a1de37a" providerId="LiveId" clId="{3032A659-365F-4A6B-AF9B-9E93B49E0B0F}" dt="2025-12-13T17:44:12.519" v="3931" actId="478"/>
          <ac:spMkLst>
            <pc:docMk/>
            <pc:sldMk cId="305879834" sldId="266"/>
            <ac:spMk id="4" creationId="{3172B155-247B-5ACF-0893-51E6B31B6650}"/>
          </ac:spMkLst>
        </pc:spChg>
        <pc:graphicFrameChg chg="add mod ord modGraphic">
          <ac:chgData name="Girija Swaminathan" userId="a7bd118d4a1de37a" providerId="LiveId" clId="{3032A659-365F-4A6B-AF9B-9E93B49E0B0F}" dt="2025-12-13T19:44:27.959" v="6695" actId="700"/>
          <ac:graphicFrameMkLst>
            <pc:docMk/>
            <pc:sldMk cId="305879834" sldId="266"/>
            <ac:graphicFrameMk id="5" creationId="{8663D11E-CB6B-7088-A57B-76795FA1D250}"/>
          </ac:graphicFrameMkLst>
        </pc:graphicFrameChg>
        <pc:graphicFrameChg chg="add mod">
          <ac:chgData name="Girija Swaminathan" userId="a7bd118d4a1de37a" providerId="LiveId" clId="{3032A659-365F-4A6B-AF9B-9E93B49E0B0F}" dt="2025-12-13T18:43:08.129" v="4580"/>
          <ac:graphicFrameMkLst>
            <pc:docMk/>
            <pc:sldMk cId="305879834" sldId="266"/>
            <ac:graphicFrameMk id="11" creationId="{253BF0EE-3B94-0AA5-289A-C81CF80C40C8}"/>
          </ac:graphicFrameMkLst>
        </pc:graphicFrameChg>
        <pc:inkChg chg="add del">
          <ac:chgData name="Girija Swaminathan" userId="a7bd118d4a1de37a" providerId="LiveId" clId="{3032A659-365F-4A6B-AF9B-9E93B49E0B0F}" dt="2025-12-13T18:42:08.775" v="4575" actId="9405"/>
          <ac:inkMkLst>
            <pc:docMk/>
            <pc:sldMk cId="305879834" sldId="266"/>
            <ac:inkMk id="6" creationId="{ABA64B09-6903-7CDF-DB85-77FD173B7F09}"/>
          </ac:inkMkLst>
        </pc:inkChg>
        <pc:inkChg chg="add del">
          <ac:chgData name="Girija Swaminathan" userId="a7bd118d4a1de37a" providerId="LiveId" clId="{3032A659-365F-4A6B-AF9B-9E93B49E0B0F}" dt="2025-12-13T18:42:08.182" v="4574" actId="9405"/>
          <ac:inkMkLst>
            <pc:docMk/>
            <pc:sldMk cId="305879834" sldId="266"/>
            <ac:inkMk id="7" creationId="{67942AA8-441B-3B5B-8F34-3B0D3D38FFC3}"/>
          </ac:inkMkLst>
        </pc:inkChg>
        <pc:inkChg chg="add del">
          <ac:chgData name="Girija Swaminathan" userId="a7bd118d4a1de37a" providerId="LiveId" clId="{3032A659-365F-4A6B-AF9B-9E93B49E0B0F}" dt="2025-12-13T18:42:07.715" v="4573" actId="9405"/>
          <ac:inkMkLst>
            <pc:docMk/>
            <pc:sldMk cId="305879834" sldId="266"/>
            <ac:inkMk id="8" creationId="{105D6DDC-7D7C-1319-761C-D55DE2431DC8}"/>
          </ac:inkMkLst>
        </pc:inkChg>
        <pc:inkChg chg="add del">
          <ac:chgData name="Girija Swaminathan" userId="a7bd118d4a1de37a" providerId="LiveId" clId="{3032A659-365F-4A6B-AF9B-9E93B49E0B0F}" dt="2025-12-13T18:42:06.719" v="4571" actId="9405"/>
          <ac:inkMkLst>
            <pc:docMk/>
            <pc:sldMk cId="305879834" sldId="266"/>
            <ac:inkMk id="9" creationId="{8475FE75-8E93-513E-40C4-68A028EE0480}"/>
          </ac:inkMkLst>
        </pc:inkChg>
        <pc:inkChg chg="add del">
          <ac:chgData name="Girija Swaminathan" userId="a7bd118d4a1de37a" providerId="LiveId" clId="{3032A659-365F-4A6B-AF9B-9E93B49E0B0F}" dt="2025-12-13T18:42:28.629" v="4578" actId="9405"/>
          <ac:inkMkLst>
            <pc:docMk/>
            <pc:sldMk cId="305879834" sldId="266"/>
            <ac:inkMk id="10" creationId="{500DE27A-349E-4F6B-940C-C98C39698299}"/>
          </ac:inkMkLst>
        </pc:inkChg>
      </pc:sldChg>
      <pc:sldChg chg="delSp modSp new mod modClrScheme chgLayout">
        <pc:chgData name="Girija Swaminathan" userId="a7bd118d4a1de37a" providerId="LiveId" clId="{3032A659-365F-4A6B-AF9B-9E93B49E0B0F}" dt="2025-12-13T19:44:34.618" v="6696" actId="700"/>
        <pc:sldMkLst>
          <pc:docMk/>
          <pc:sldMk cId="1863029888" sldId="267"/>
        </pc:sldMkLst>
        <pc:spChg chg="mod ord">
          <ac:chgData name="Girija Swaminathan" userId="a7bd118d4a1de37a" providerId="LiveId" clId="{3032A659-365F-4A6B-AF9B-9E93B49E0B0F}" dt="2025-12-13T19:44:34.618" v="6696" actId="700"/>
          <ac:spMkLst>
            <pc:docMk/>
            <pc:sldMk cId="1863029888" sldId="267"/>
            <ac:spMk id="2" creationId="{14D61F85-5CD5-F073-A073-BF346EECBC77}"/>
          </ac:spMkLst>
        </pc:spChg>
        <pc:spChg chg="mod ord">
          <ac:chgData name="Girija Swaminathan" userId="a7bd118d4a1de37a" providerId="LiveId" clId="{3032A659-365F-4A6B-AF9B-9E93B49E0B0F}" dt="2025-12-13T19:44:34.618" v="6696" actId="700"/>
          <ac:spMkLst>
            <pc:docMk/>
            <pc:sldMk cId="1863029888" sldId="267"/>
            <ac:spMk id="3" creationId="{35D32EA1-7229-E737-1463-576333E25CEB}"/>
          </ac:spMkLst>
        </pc:spChg>
        <pc:spChg chg="del">
          <ac:chgData name="Girija Swaminathan" userId="a7bd118d4a1de37a" providerId="LiveId" clId="{3032A659-365F-4A6B-AF9B-9E93B49E0B0F}" dt="2025-12-13T18:50:23.187" v="4625" actId="478"/>
          <ac:spMkLst>
            <pc:docMk/>
            <pc:sldMk cId="1863029888" sldId="267"/>
            <ac:spMk id="4" creationId="{F8FE604F-42F6-B803-96C3-1D31834FB11D}"/>
          </ac:spMkLst>
        </pc:spChg>
      </pc:sldChg>
      <pc:sldChg chg="delSp modSp new mod modClrScheme chgLayout">
        <pc:chgData name="Girija Swaminathan" userId="a7bd118d4a1de37a" providerId="LiveId" clId="{3032A659-365F-4A6B-AF9B-9E93B49E0B0F}" dt="2025-12-13T19:44:53.093" v="6699" actId="255"/>
        <pc:sldMkLst>
          <pc:docMk/>
          <pc:sldMk cId="2829353241" sldId="268"/>
        </pc:sldMkLst>
        <pc:spChg chg="mod ord">
          <ac:chgData name="Girija Swaminathan" userId="a7bd118d4a1de37a" providerId="LiveId" clId="{3032A659-365F-4A6B-AF9B-9E93B49E0B0F}" dt="2025-12-13T19:44:40.037" v="6697" actId="700"/>
          <ac:spMkLst>
            <pc:docMk/>
            <pc:sldMk cId="2829353241" sldId="268"/>
            <ac:spMk id="2" creationId="{DA15C06F-B676-346B-3FC3-B1B68F16B006}"/>
          </ac:spMkLst>
        </pc:spChg>
        <pc:spChg chg="mod ord">
          <ac:chgData name="Girija Swaminathan" userId="a7bd118d4a1de37a" providerId="LiveId" clId="{3032A659-365F-4A6B-AF9B-9E93B49E0B0F}" dt="2025-12-13T19:44:53.093" v="6699" actId="255"/>
          <ac:spMkLst>
            <pc:docMk/>
            <pc:sldMk cId="2829353241" sldId="268"/>
            <ac:spMk id="3" creationId="{D9790178-218C-E72A-8F5B-631311247E67}"/>
          </ac:spMkLst>
        </pc:spChg>
        <pc:spChg chg="del">
          <ac:chgData name="Girija Swaminathan" userId="a7bd118d4a1de37a" providerId="LiveId" clId="{3032A659-365F-4A6B-AF9B-9E93B49E0B0F}" dt="2025-12-13T19:01:31.028" v="5194" actId="478"/>
          <ac:spMkLst>
            <pc:docMk/>
            <pc:sldMk cId="2829353241" sldId="268"/>
            <ac:spMk id="4" creationId="{C7E927A5-A81E-0AE8-3EAE-6B1268F7F1C9}"/>
          </ac:spMkLst>
        </pc:spChg>
      </pc:sldChg>
      <pc:sldChg chg="delSp modSp new mod modClrScheme chgLayout">
        <pc:chgData name="Girija Swaminathan" userId="a7bd118d4a1de37a" providerId="LiveId" clId="{3032A659-365F-4A6B-AF9B-9E93B49E0B0F}" dt="2025-12-13T19:45:00.734" v="6701" actId="27636"/>
        <pc:sldMkLst>
          <pc:docMk/>
          <pc:sldMk cId="2220081220" sldId="269"/>
        </pc:sldMkLst>
        <pc:spChg chg="mod ord">
          <ac:chgData name="Girija Swaminathan" userId="a7bd118d4a1de37a" providerId="LiveId" clId="{3032A659-365F-4A6B-AF9B-9E93B49E0B0F}" dt="2025-12-13T19:45:00.700" v="6700" actId="700"/>
          <ac:spMkLst>
            <pc:docMk/>
            <pc:sldMk cId="2220081220" sldId="269"/>
            <ac:spMk id="2" creationId="{0234A231-5FF5-592B-D7D6-A9B338A57355}"/>
          </ac:spMkLst>
        </pc:spChg>
        <pc:spChg chg="mod ord">
          <ac:chgData name="Girija Swaminathan" userId="a7bd118d4a1de37a" providerId="LiveId" clId="{3032A659-365F-4A6B-AF9B-9E93B49E0B0F}" dt="2025-12-13T19:45:00.734" v="6701" actId="27636"/>
          <ac:spMkLst>
            <pc:docMk/>
            <pc:sldMk cId="2220081220" sldId="269"/>
            <ac:spMk id="3" creationId="{2822184D-5BF9-5055-D14C-5B49AD81EE82}"/>
          </ac:spMkLst>
        </pc:spChg>
        <pc:spChg chg="del">
          <ac:chgData name="Girija Swaminathan" userId="a7bd118d4a1de37a" providerId="LiveId" clId="{3032A659-365F-4A6B-AF9B-9E93B49E0B0F}" dt="2025-12-13T19:16:38.558" v="5961" actId="478"/>
          <ac:spMkLst>
            <pc:docMk/>
            <pc:sldMk cId="2220081220" sldId="269"/>
            <ac:spMk id="4" creationId="{909FA904-23D1-013E-9D9E-5B8535BEED88}"/>
          </ac:spMkLst>
        </pc:spChg>
      </pc:sldChg>
      <pc:sldChg chg="addSp delSp modSp new mod modClrScheme chgLayout">
        <pc:chgData name="Girija Swaminathan" userId="a7bd118d4a1de37a" providerId="LiveId" clId="{3032A659-365F-4A6B-AF9B-9E93B49E0B0F}" dt="2025-12-14T15:03:09.050" v="6742" actId="1076"/>
        <pc:sldMkLst>
          <pc:docMk/>
          <pc:sldMk cId="2855839716" sldId="270"/>
        </pc:sldMkLst>
        <pc:spChg chg="del mod">
          <ac:chgData name="Girija Swaminathan" userId="a7bd118d4a1de37a" providerId="LiveId" clId="{3032A659-365F-4A6B-AF9B-9E93B49E0B0F}" dt="2025-12-13T19:37:52.746" v="6595" actId="700"/>
          <ac:spMkLst>
            <pc:docMk/>
            <pc:sldMk cId="2855839716" sldId="270"/>
            <ac:spMk id="2" creationId="{E57BE0FF-99BE-9F1E-F60F-91D5E5EF8032}"/>
          </ac:spMkLst>
        </pc:spChg>
        <pc:spChg chg="del">
          <ac:chgData name="Girija Swaminathan" userId="a7bd118d4a1de37a" providerId="LiveId" clId="{3032A659-365F-4A6B-AF9B-9E93B49E0B0F}" dt="2025-12-13T19:24:17.729" v="6499" actId="478"/>
          <ac:spMkLst>
            <pc:docMk/>
            <pc:sldMk cId="2855839716" sldId="270"/>
            <ac:spMk id="3" creationId="{42897304-4213-E3FA-6373-53B615779ED9}"/>
          </ac:spMkLst>
        </pc:spChg>
        <pc:spChg chg="del">
          <ac:chgData name="Girija Swaminathan" userId="a7bd118d4a1de37a" providerId="LiveId" clId="{3032A659-365F-4A6B-AF9B-9E93B49E0B0F}" dt="2025-12-13T19:24:15.148" v="6498" actId="478"/>
          <ac:spMkLst>
            <pc:docMk/>
            <pc:sldMk cId="2855839716" sldId="270"/>
            <ac:spMk id="4" creationId="{2F3272EE-84A9-A4D2-5E21-08DE3A3E4A33}"/>
          </ac:spMkLst>
        </pc:spChg>
        <pc:picChg chg="add del mod">
          <ac:chgData name="Girija Swaminathan" userId="a7bd118d4a1de37a" providerId="LiveId" clId="{3032A659-365F-4A6B-AF9B-9E93B49E0B0F}" dt="2025-12-14T15:02:48.219" v="6737" actId="478"/>
          <ac:picMkLst>
            <pc:docMk/>
            <pc:sldMk cId="2855839716" sldId="270"/>
            <ac:picMk id="3" creationId="{2AE2AF8C-D83B-E573-5E09-25B8775FB84C}"/>
          </ac:picMkLst>
        </pc:picChg>
        <pc:picChg chg="add mod">
          <ac:chgData name="Girija Swaminathan" userId="a7bd118d4a1de37a" providerId="LiveId" clId="{3032A659-365F-4A6B-AF9B-9E93B49E0B0F}" dt="2025-12-14T15:03:09.050" v="6742" actId="1076"/>
          <ac:picMkLst>
            <pc:docMk/>
            <pc:sldMk cId="2855839716" sldId="270"/>
            <ac:picMk id="5" creationId="{61A67295-C28B-B25C-1F67-05CB2765E345}"/>
          </ac:picMkLst>
        </pc:picChg>
        <pc:picChg chg="add del mod">
          <ac:chgData name="Girija Swaminathan" userId="a7bd118d4a1de37a" providerId="LiveId" clId="{3032A659-365F-4A6B-AF9B-9E93B49E0B0F}" dt="2025-12-13T19:41:46.060" v="6676" actId="478"/>
          <ac:picMkLst>
            <pc:docMk/>
            <pc:sldMk cId="2855839716" sldId="270"/>
            <ac:picMk id="6" creationId="{80E88153-ACA6-98D0-62D1-C40D0AFEDB20}"/>
          </ac:picMkLst>
        </pc:picChg>
        <pc:picChg chg="add del mod">
          <ac:chgData name="Girija Swaminathan" userId="a7bd118d4a1de37a" providerId="LiveId" clId="{3032A659-365F-4A6B-AF9B-9E93B49E0B0F}" dt="2025-12-14T15:02:09.796" v="6725" actId="478"/>
          <ac:picMkLst>
            <pc:docMk/>
            <pc:sldMk cId="2855839716" sldId="270"/>
            <ac:picMk id="8" creationId="{9C7CEF0C-FB86-E951-58F4-B37493DC418C}"/>
          </ac:picMkLst>
        </pc:picChg>
      </pc:sldChg>
      <pc:sldChg chg="addSp delSp modSp new mod modClrScheme chgLayout">
        <pc:chgData name="Girija Swaminathan" userId="a7bd118d4a1de37a" providerId="LiveId" clId="{3032A659-365F-4A6B-AF9B-9E93B49E0B0F}" dt="2025-12-14T15:00:23.729" v="6724" actId="14100"/>
        <pc:sldMkLst>
          <pc:docMk/>
          <pc:sldMk cId="2531123047" sldId="271"/>
        </pc:sldMkLst>
        <pc:spChg chg="del mod ord">
          <ac:chgData name="Girija Swaminathan" userId="a7bd118d4a1de37a" providerId="LiveId" clId="{3032A659-365F-4A6B-AF9B-9E93B49E0B0F}" dt="2025-12-14T14:58:06.792" v="6704" actId="700"/>
          <ac:spMkLst>
            <pc:docMk/>
            <pc:sldMk cId="2531123047" sldId="271"/>
            <ac:spMk id="2" creationId="{8C823D30-C8D1-FEEB-D3CD-34353D270DBE}"/>
          </ac:spMkLst>
        </pc:spChg>
        <pc:spChg chg="del">
          <ac:chgData name="Girija Swaminathan" userId="a7bd118d4a1de37a" providerId="LiveId" clId="{3032A659-365F-4A6B-AF9B-9E93B49E0B0F}" dt="2025-12-14T14:58:06.792" v="6704" actId="700"/>
          <ac:spMkLst>
            <pc:docMk/>
            <pc:sldMk cId="2531123047" sldId="271"/>
            <ac:spMk id="3" creationId="{56E45CED-A6D8-B133-6B1F-D3A6C9BE9D32}"/>
          </ac:spMkLst>
        </pc:spChg>
        <pc:spChg chg="add del mod ord">
          <ac:chgData name="Girija Swaminathan" userId="a7bd118d4a1de37a" providerId="LiveId" clId="{3032A659-365F-4A6B-AF9B-9E93B49E0B0F}" dt="2025-12-14T14:58:16.924" v="6706" actId="700"/>
          <ac:spMkLst>
            <pc:docMk/>
            <pc:sldMk cId="2531123047" sldId="271"/>
            <ac:spMk id="4" creationId="{42AAE2EE-E0B8-2B7F-DF15-20750579ABEC}"/>
          </ac:spMkLst>
        </pc:spChg>
        <pc:spChg chg="add del mod">
          <ac:chgData name="Girija Swaminathan" userId="a7bd118d4a1de37a" providerId="LiveId" clId="{3032A659-365F-4A6B-AF9B-9E93B49E0B0F}" dt="2025-12-14T14:58:33.860" v="6709" actId="6264"/>
          <ac:spMkLst>
            <pc:docMk/>
            <pc:sldMk cId="2531123047" sldId="271"/>
            <ac:spMk id="5" creationId="{44EB82C7-4966-D38B-F407-E5444DC85BDD}"/>
          </ac:spMkLst>
        </pc:spChg>
        <pc:spChg chg="add del mod ord">
          <ac:chgData name="Girija Swaminathan" userId="a7bd118d4a1de37a" providerId="LiveId" clId="{3032A659-365F-4A6B-AF9B-9E93B49E0B0F}" dt="2025-12-14T14:58:43.346" v="6710" actId="6264"/>
          <ac:spMkLst>
            <pc:docMk/>
            <pc:sldMk cId="2531123047" sldId="271"/>
            <ac:spMk id="6" creationId="{9569C36C-3B90-A1F6-9E4E-2B2F8C216089}"/>
          </ac:spMkLst>
        </pc:spChg>
        <pc:spChg chg="add del mod ord">
          <ac:chgData name="Girija Swaminathan" userId="a7bd118d4a1de37a" providerId="LiveId" clId="{3032A659-365F-4A6B-AF9B-9E93B49E0B0F}" dt="2025-12-14T14:58:52.767" v="6711" actId="700"/>
          <ac:spMkLst>
            <pc:docMk/>
            <pc:sldMk cId="2531123047" sldId="271"/>
            <ac:spMk id="7" creationId="{DB1CAB84-9969-D2F8-4648-47377ACAF452}"/>
          </ac:spMkLst>
        </pc:spChg>
        <pc:picChg chg="add mod">
          <ac:chgData name="Girija Swaminathan" userId="a7bd118d4a1de37a" providerId="LiveId" clId="{3032A659-365F-4A6B-AF9B-9E93B49E0B0F}" dt="2025-12-14T15:00:23.729" v="6724" actId="14100"/>
          <ac:picMkLst>
            <pc:docMk/>
            <pc:sldMk cId="2531123047" sldId="271"/>
            <ac:picMk id="9" creationId="{72494D9E-127F-1B3A-8DAE-41D444B81C31}"/>
          </ac:picMkLst>
        </pc:picChg>
        <pc:picChg chg="add mod">
          <ac:chgData name="Girija Swaminathan" userId="a7bd118d4a1de37a" providerId="LiveId" clId="{3032A659-365F-4A6B-AF9B-9E93B49E0B0F}" dt="2025-12-14T15:00:19.125" v="6723" actId="14100"/>
          <ac:picMkLst>
            <pc:docMk/>
            <pc:sldMk cId="2531123047" sldId="271"/>
            <ac:picMk id="11" creationId="{6C7ABA6E-542A-4D50-B4B1-4D6735A899AA}"/>
          </ac:picMkLst>
        </pc:picChg>
      </pc:sldChg>
      <pc:sldChg chg="addSp delSp modSp new mod modClrScheme chgLayout">
        <pc:chgData name="Girija Swaminathan" userId="a7bd118d4a1de37a" providerId="LiveId" clId="{3032A659-365F-4A6B-AF9B-9E93B49E0B0F}" dt="2025-12-14T15:25:24.381" v="6859" actId="20577"/>
        <pc:sldMkLst>
          <pc:docMk/>
          <pc:sldMk cId="2778039589" sldId="272"/>
        </pc:sldMkLst>
        <pc:spChg chg="del mod ord">
          <ac:chgData name="Girija Swaminathan" userId="a7bd118d4a1de37a" providerId="LiveId" clId="{3032A659-365F-4A6B-AF9B-9E93B49E0B0F}" dt="2025-12-14T15:10:37.353" v="6766" actId="700"/>
          <ac:spMkLst>
            <pc:docMk/>
            <pc:sldMk cId="2778039589" sldId="272"/>
            <ac:spMk id="2" creationId="{90BB1029-010C-BD00-8C34-69BD02838AC7}"/>
          </ac:spMkLst>
        </pc:spChg>
        <pc:spChg chg="del mod ord">
          <ac:chgData name="Girija Swaminathan" userId="a7bd118d4a1de37a" providerId="LiveId" clId="{3032A659-365F-4A6B-AF9B-9E93B49E0B0F}" dt="2025-12-14T15:10:37.353" v="6766" actId="700"/>
          <ac:spMkLst>
            <pc:docMk/>
            <pc:sldMk cId="2778039589" sldId="272"/>
            <ac:spMk id="3" creationId="{BD13D596-CB6F-8BC2-FDE9-A30C7A2682C1}"/>
          </ac:spMkLst>
        </pc:spChg>
        <pc:spChg chg="del">
          <ac:chgData name="Girija Swaminathan" userId="a7bd118d4a1de37a" providerId="LiveId" clId="{3032A659-365F-4A6B-AF9B-9E93B49E0B0F}" dt="2025-12-14T15:10:37.353" v="6766" actId="700"/>
          <ac:spMkLst>
            <pc:docMk/>
            <pc:sldMk cId="2778039589" sldId="272"/>
            <ac:spMk id="4" creationId="{B73EC1BE-F6B6-2DDE-9D8F-24B7EEFC681F}"/>
          </ac:spMkLst>
        </pc:spChg>
        <pc:spChg chg="add del mod ord">
          <ac:chgData name="Girija Swaminathan" userId="a7bd118d4a1de37a" providerId="LiveId" clId="{3032A659-365F-4A6B-AF9B-9E93B49E0B0F}" dt="2025-12-14T15:10:57.382" v="6767" actId="700"/>
          <ac:spMkLst>
            <pc:docMk/>
            <pc:sldMk cId="2778039589" sldId="272"/>
            <ac:spMk id="5" creationId="{08923E7C-85C6-57AE-74FF-7FD662A76A5C}"/>
          </ac:spMkLst>
        </pc:spChg>
        <pc:spChg chg="add del mod ord">
          <ac:chgData name="Girija Swaminathan" userId="a7bd118d4a1de37a" providerId="LiveId" clId="{3032A659-365F-4A6B-AF9B-9E93B49E0B0F}" dt="2025-12-14T15:10:57.382" v="6767" actId="700"/>
          <ac:spMkLst>
            <pc:docMk/>
            <pc:sldMk cId="2778039589" sldId="272"/>
            <ac:spMk id="6" creationId="{575AA581-F83B-61ED-BC16-6A1EDC167BCD}"/>
          </ac:spMkLst>
        </pc:spChg>
        <pc:spChg chg="add del mod ord">
          <ac:chgData name="Girija Swaminathan" userId="a7bd118d4a1de37a" providerId="LiveId" clId="{3032A659-365F-4A6B-AF9B-9E93B49E0B0F}" dt="2025-12-14T15:11:03.668" v="6768" actId="700"/>
          <ac:spMkLst>
            <pc:docMk/>
            <pc:sldMk cId="2778039589" sldId="272"/>
            <ac:spMk id="7" creationId="{3E3EE923-4CC4-8670-56CB-B9B85FDD8B16}"/>
          </ac:spMkLst>
        </pc:spChg>
        <pc:spChg chg="add del mod ord">
          <ac:chgData name="Girija Swaminathan" userId="a7bd118d4a1de37a" providerId="LiveId" clId="{3032A659-365F-4A6B-AF9B-9E93B49E0B0F}" dt="2025-12-14T15:11:03.668" v="6768" actId="700"/>
          <ac:spMkLst>
            <pc:docMk/>
            <pc:sldMk cId="2778039589" sldId="272"/>
            <ac:spMk id="8" creationId="{D089A729-D1C0-4B0E-2E59-7644E336A498}"/>
          </ac:spMkLst>
        </pc:spChg>
        <pc:spChg chg="add del mod ord">
          <ac:chgData name="Girija Swaminathan" userId="a7bd118d4a1de37a" providerId="LiveId" clId="{3032A659-365F-4A6B-AF9B-9E93B49E0B0F}" dt="2025-12-14T15:11:40.886" v="6772" actId="700"/>
          <ac:spMkLst>
            <pc:docMk/>
            <pc:sldMk cId="2778039589" sldId="272"/>
            <ac:spMk id="9" creationId="{D06E6631-3148-DE6D-9FC4-03CE0BBE7F9F}"/>
          </ac:spMkLst>
        </pc:spChg>
        <pc:spChg chg="add del mod ord">
          <ac:chgData name="Girija Swaminathan" userId="a7bd118d4a1de37a" providerId="LiveId" clId="{3032A659-365F-4A6B-AF9B-9E93B49E0B0F}" dt="2025-12-14T15:11:40.886" v="6772" actId="700"/>
          <ac:spMkLst>
            <pc:docMk/>
            <pc:sldMk cId="2778039589" sldId="272"/>
            <ac:spMk id="10" creationId="{6F3B539E-3F96-7618-4148-1FE1DE2A8277}"/>
          </ac:spMkLst>
        </pc:spChg>
        <pc:spChg chg="add del mod ord">
          <ac:chgData name="Girija Swaminathan" userId="a7bd118d4a1de37a" providerId="LiveId" clId="{3032A659-365F-4A6B-AF9B-9E93B49E0B0F}" dt="2025-12-14T15:11:40.886" v="6772" actId="700"/>
          <ac:spMkLst>
            <pc:docMk/>
            <pc:sldMk cId="2778039589" sldId="272"/>
            <ac:spMk id="11" creationId="{C6BBB3E7-7C2D-A55E-8169-69E251072D5A}"/>
          </ac:spMkLst>
        </pc:spChg>
        <pc:spChg chg="add del mod ord">
          <ac:chgData name="Girija Swaminathan" userId="a7bd118d4a1de37a" providerId="LiveId" clId="{3032A659-365F-4A6B-AF9B-9E93B49E0B0F}" dt="2025-12-14T15:19:39.479" v="6812" actId="478"/>
          <ac:spMkLst>
            <pc:docMk/>
            <pc:sldMk cId="2778039589" sldId="272"/>
            <ac:spMk id="16" creationId="{51F9338E-645D-B22A-976D-7B085B6ADE1C}"/>
          </ac:spMkLst>
        </pc:spChg>
        <pc:spChg chg="add del mod ord">
          <ac:chgData name="Girija Swaminathan" userId="a7bd118d4a1de37a" providerId="LiveId" clId="{3032A659-365F-4A6B-AF9B-9E93B49E0B0F}" dt="2025-12-14T15:16:56.952" v="6797" actId="478"/>
          <ac:spMkLst>
            <pc:docMk/>
            <pc:sldMk cId="2778039589" sldId="272"/>
            <ac:spMk id="17" creationId="{5CD8E671-E056-868A-02E2-3DCEA9197900}"/>
          </ac:spMkLst>
        </pc:spChg>
        <pc:spChg chg="add del mod ord">
          <ac:chgData name="Girija Swaminathan" userId="a7bd118d4a1de37a" providerId="LiveId" clId="{3032A659-365F-4A6B-AF9B-9E93B49E0B0F}" dt="2025-12-14T15:16:54.197" v="6796" actId="478"/>
          <ac:spMkLst>
            <pc:docMk/>
            <pc:sldMk cId="2778039589" sldId="272"/>
            <ac:spMk id="18" creationId="{1C811E3E-81D5-F7B7-D5BC-A06DA926832F}"/>
          </ac:spMkLst>
        </pc:spChg>
        <pc:spChg chg="add del mod ord">
          <ac:chgData name="Girija Swaminathan" userId="a7bd118d4a1de37a" providerId="LiveId" clId="{3032A659-365F-4A6B-AF9B-9E93B49E0B0F}" dt="2025-12-14T15:17:02.307" v="6799" actId="478"/>
          <ac:spMkLst>
            <pc:docMk/>
            <pc:sldMk cId="2778039589" sldId="272"/>
            <ac:spMk id="19" creationId="{339EFBA1-7F3F-DE19-3B38-F8B0560F00EA}"/>
          </ac:spMkLst>
        </pc:spChg>
        <pc:spChg chg="add del mod ord">
          <ac:chgData name="Girija Swaminathan" userId="a7bd118d4a1de37a" providerId="LiveId" clId="{3032A659-365F-4A6B-AF9B-9E93B49E0B0F}" dt="2025-12-14T15:16:59.639" v="6798" actId="478"/>
          <ac:spMkLst>
            <pc:docMk/>
            <pc:sldMk cId="2778039589" sldId="272"/>
            <ac:spMk id="20" creationId="{644E50DF-61F3-0213-A030-0DD878636DAE}"/>
          </ac:spMkLst>
        </pc:spChg>
        <pc:spChg chg="add del mod ord">
          <ac:chgData name="Girija Swaminathan" userId="a7bd118d4a1de37a" providerId="LiveId" clId="{3032A659-365F-4A6B-AF9B-9E93B49E0B0F}" dt="2025-12-14T15:23:30.612" v="6837" actId="478"/>
          <ac:spMkLst>
            <pc:docMk/>
            <pc:sldMk cId="2778039589" sldId="272"/>
            <ac:spMk id="27" creationId="{BB5C8A82-9576-B429-9A74-CC06C0F9454F}"/>
          </ac:spMkLst>
        </pc:spChg>
        <pc:spChg chg="add mod ord">
          <ac:chgData name="Girija Swaminathan" userId="a7bd118d4a1de37a" providerId="LiveId" clId="{3032A659-365F-4A6B-AF9B-9E93B49E0B0F}" dt="2025-12-14T15:25:24.381" v="6859" actId="20577"/>
          <ac:spMkLst>
            <pc:docMk/>
            <pc:sldMk cId="2778039589" sldId="272"/>
            <ac:spMk id="28" creationId="{5B5EEF71-3B2B-72F2-AF37-BEF73FD1294C}"/>
          </ac:spMkLst>
        </pc:spChg>
        <pc:spChg chg="add del mod ord">
          <ac:chgData name="Girija Swaminathan" userId="a7bd118d4a1de37a" providerId="LiveId" clId="{3032A659-365F-4A6B-AF9B-9E93B49E0B0F}" dt="2025-12-14T15:23:33.366" v="6838" actId="478"/>
          <ac:spMkLst>
            <pc:docMk/>
            <pc:sldMk cId="2778039589" sldId="272"/>
            <ac:spMk id="29" creationId="{A55FE593-8028-8906-3411-923F93432430}"/>
          </ac:spMkLst>
        </pc:spChg>
        <pc:spChg chg="add mod ord">
          <ac:chgData name="Girija Swaminathan" userId="a7bd118d4a1de37a" providerId="LiveId" clId="{3032A659-365F-4A6B-AF9B-9E93B49E0B0F}" dt="2025-12-14T15:25:08.374" v="6854" actId="114"/>
          <ac:spMkLst>
            <pc:docMk/>
            <pc:sldMk cId="2778039589" sldId="272"/>
            <ac:spMk id="30" creationId="{50119FA7-A1F4-5F4C-B693-9752DA6C65CB}"/>
          </ac:spMkLst>
        </pc:spChg>
        <pc:spChg chg="add del mod ord">
          <ac:chgData name="Girija Swaminathan" userId="a7bd118d4a1de37a" providerId="LiveId" clId="{3032A659-365F-4A6B-AF9B-9E93B49E0B0F}" dt="2025-12-14T15:23:35.741" v="6839" actId="478"/>
          <ac:spMkLst>
            <pc:docMk/>
            <pc:sldMk cId="2778039589" sldId="272"/>
            <ac:spMk id="31" creationId="{E078C685-5D74-2C67-4A9B-5F4E6CD83011}"/>
          </ac:spMkLst>
        </pc:spChg>
        <pc:picChg chg="add del mod">
          <ac:chgData name="Girija Swaminathan" userId="a7bd118d4a1de37a" providerId="LiveId" clId="{3032A659-365F-4A6B-AF9B-9E93B49E0B0F}" dt="2025-12-14T15:19:35.874" v="6810" actId="478"/>
          <ac:picMkLst>
            <pc:docMk/>
            <pc:sldMk cId="2778039589" sldId="272"/>
            <ac:picMk id="13" creationId="{E7F961B7-6BB3-34B0-1F53-71FCC55CD81C}"/>
          </ac:picMkLst>
        </pc:picChg>
        <pc:picChg chg="add del mod">
          <ac:chgData name="Girija Swaminathan" userId="a7bd118d4a1de37a" providerId="LiveId" clId="{3032A659-365F-4A6B-AF9B-9E93B49E0B0F}" dt="2025-12-14T15:19:36.813" v="6811" actId="478"/>
          <ac:picMkLst>
            <pc:docMk/>
            <pc:sldMk cId="2778039589" sldId="272"/>
            <ac:picMk id="15" creationId="{693E044B-0038-1264-27E8-45BBB14264B6}"/>
          </ac:picMkLst>
        </pc:picChg>
        <pc:picChg chg="add mod">
          <ac:chgData name="Girija Swaminathan" userId="a7bd118d4a1de37a" providerId="LiveId" clId="{3032A659-365F-4A6B-AF9B-9E93B49E0B0F}" dt="2025-12-14T15:24:59.634" v="6851" actId="14100"/>
          <ac:picMkLst>
            <pc:docMk/>
            <pc:sldMk cId="2778039589" sldId="272"/>
            <ac:picMk id="22" creationId="{4ECDE87E-18DF-A09B-8D92-A24F56A84474}"/>
          </ac:picMkLst>
        </pc:picChg>
        <pc:picChg chg="add mod">
          <ac:chgData name="Girija Swaminathan" userId="a7bd118d4a1de37a" providerId="LiveId" clId="{3032A659-365F-4A6B-AF9B-9E93B49E0B0F}" dt="2025-12-14T15:24:50.288" v="6849" actId="14100"/>
          <ac:picMkLst>
            <pc:docMk/>
            <pc:sldMk cId="2778039589" sldId="272"/>
            <ac:picMk id="24" creationId="{9A7AD12F-CDBD-A9B9-4672-76FE39BA19CC}"/>
          </ac:picMkLst>
        </pc:picChg>
        <pc:picChg chg="add mod">
          <ac:chgData name="Girija Swaminathan" userId="a7bd118d4a1de37a" providerId="LiveId" clId="{3032A659-365F-4A6B-AF9B-9E93B49E0B0F}" dt="2025-12-14T15:24:52.798" v="6850" actId="14100"/>
          <ac:picMkLst>
            <pc:docMk/>
            <pc:sldMk cId="2778039589" sldId="272"/>
            <ac:picMk id="26" creationId="{D9F93288-DA83-941A-E97E-5D432D87226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smtClean="0"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7968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smtClean="0"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114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822A4-8DA6-4447-9B1F-C5DB58435268}" type="datetimeFigureOut">
              <a:rPr lang="en-US" smtClean="0"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4210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smtClean="0"/>
              <a:t>12/14/2025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1878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smtClean="0"/>
              <a:t>12/14/2025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563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smtClean="0"/>
              <a:t>12/14/2025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3867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smtClean="0"/>
              <a:t>12/14/2025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922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smtClean="0"/>
              <a:t>12/14/2025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3736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3772C379-9A7C-4C87-A116-CBE9F58B04C5}" type="datetimeFigureOut">
              <a:rPr lang="en-US" smtClean="0"/>
              <a:t>12/14/2025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2627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smtClean="0"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6376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smtClean="0"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2674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64C608-40B1-4030-A28D-5B74BC98ADCE}" type="datetimeFigureOut">
              <a:rPr lang="en-US" smtClean="0"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1220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220F0-3544-9638-E985-3EC60A105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4594" y="5364655"/>
            <a:ext cx="9603275" cy="1049235"/>
          </a:xfrm>
        </p:spPr>
        <p:txBody>
          <a:bodyPr/>
          <a:lstStyle/>
          <a:p>
            <a:r>
              <a:rPr lang="en-GB" sz="1600" b="1" i="1" dirty="0">
                <a:latin typeface="Constantia" panose="02030602050306030303" pitchFamily="18" charset="0"/>
              </a:rPr>
              <a:t>                                                                                                                                  by</a:t>
            </a:r>
            <a:br>
              <a:rPr lang="en-GB" sz="1600" b="1" i="1" dirty="0">
                <a:latin typeface="Constantia" panose="02030602050306030303" pitchFamily="18" charset="0"/>
              </a:rPr>
            </a:br>
            <a:r>
              <a:rPr lang="en-GB" sz="1600" b="1" i="1" dirty="0">
                <a:latin typeface="Constantia" panose="02030602050306030303" pitchFamily="18" charset="0"/>
              </a:rPr>
              <a:t>                                                                                                                                                                             </a:t>
            </a:r>
            <a:br>
              <a:rPr lang="en-GB" sz="1600" b="1" i="1" dirty="0">
                <a:latin typeface="Constantia" panose="02030602050306030303" pitchFamily="18" charset="0"/>
              </a:rPr>
            </a:br>
            <a:r>
              <a:rPr lang="en-GB" sz="1600" b="1" i="1" dirty="0">
                <a:latin typeface="Constantia" panose="02030602050306030303" pitchFamily="18" charset="0"/>
              </a:rPr>
              <a:t>                                                                                                                GIRIJA sWAMINATHAN</a:t>
            </a:r>
            <a:endParaRPr lang="en-IN" sz="1600" b="1" i="1" dirty="0">
              <a:latin typeface="Constantia" panose="02030602050306030303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EAC8A7A-C22B-5622-655E-E0ECDCE350A7}"/>
              </a:ext>
            </a:extLst>
          </p:cNvPr>
          <p:cNvSpPr txBox="1">
            <a:spLocks/>
          </p:cNvSpPr>
          <p:nvPr/>
        </p:nvSpPr>
        <p:spPr>
          <a:xfrm>
            <a:off x="409514" y="719413"/>
            <a:ext cx="9966960" cy="158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9600" kern="1200" cap="all" baseline="0">
                <a:blipFill dpi="0" rotWithShape="1">
                  <a:blip r:embed="rId2"/>
                  <a:srcRect/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800" dirty="0"/>
              <a:t>       </a:t>
            </a:r>
            <a:r>
              <a:rPr lang="en-GB" sz="6600" b="1" dirty="0">
                <a:latin typeface="Rockwell Condensed" panose="02060603050405020104" pitchFamily="18" charset="0"/>
              </a:rPr>
              <a:t>EMPLOYEE - ATTRITION</a:t>
            </a:r>
            <a:endParaRPr lang="en-IN" sz="6600" b="1" dirty="0">
              <a:latin typeface="Rockwell Condensed" panose="02060603050405020104" pitchFamily="18" charset="0"/>
            </a:endParaRPr>
          </a:p>
        </p:txBody>
      </p:sp>
      <p:pic>
        <p:nvPicPr>
          <p:cNvPr id="8" name="Picture 7" descr="A hand holding a red figure&#10;&#10;AI-generated content may be incorrect.">
            <a:extLst>
              <a:ext uri="{FF2B5EF4-FFF2-40B4-BE49-F238E27FC236}">
                <a16:creationId xmlns:a16="http://schemas.microsoft.com/office/drawing/2014/main" id="{44508932-38FA-748D-A3D0-D63F705DE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9492" y="1884937"/>
            <a:ext cx="6170340" cy="421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30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9F6BD-0D17-740B-BB63-A98014D2B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i="1" dirty="0">
                <a:latin typeface="Constantia" panose="02030602050306030303" pitchFamily="18" charset="0"/>
              </a:rPr>
              <a:t>OBJECTIVE</a:t>
            </a:r>
            <a:r>
              <a:rPr lang="en-GB" sz="3600" b="1" dirty="0">
                <a:latin typeface="Constantia" panose="02030602050306030303" pitchFamily="18" charset="0"/>
              </a:rPr>
              <a:t> : </a:t>
            </a:r>
            <a:endParaRPr lang="en-IN" sz="3600" b="1" dirty="0">
              <a:latin typeface="Constantia" panose="0203060205030603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4E169-7F41-A429-8F39-4BCF3D480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 To analyse employee data, uncover key drivers of attrition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Build predictive models to support proactive decision-making in workforce management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Enhance workforce planning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1078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1778B-60BE-E096-1BD4-855F76FB5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i="1" dirty="0">
                <a:latin typeface="Constantia" panose="02030602050306030303" pitchFamily="18" charset="0"/>
              </a:rPr>
              <a:t>Why it matters?</a:t>
            </a:r>
            <a:endParaRPr lang="en-IN" sz="3600" b="1" i="1" dirty="0">
              <a:latin typeface="Constantia" panose="0203060205030603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57175-ACDB-7705-5C0C-91A92460B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latin typeface="Constantia" panose="02030602050306030303" pitchFamily="18" charset="0"/>
              </a:rPr>
              <a:t> </a:t>
            </a:r>
            <a:r>
              <a:rPr lang="en-GB" b="1" dirty="0">
                <a:latin typeface="Constantia" panose="02030602050306030303" pitchFamily="18" charset="0"/>
              </a:rPr>
              <a:t>High Cost : </a:t>
            </a:r>
            <a:r>
              <a:rPr lang="en-GB" dirty="0"/>
              <a:t>Employee turnover drives up recruitment, onboarding and training expenses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b="1" dirty="0">
                <a:latin typeface="Constantia" panose="02030602050306030303" pitchFamily="18" charset="0"/>
              </a:rPr>
              <a:t>Knowledge Drain : </a:t>
            </a:r>
            <a:r>
              <a:rPr lang="en-GB" dirty="0"/>
              <a:t>Experienced employees leaving take critical skills and institutional knowledge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b="1" dirty="0">
                <a:latin typeface="Constantia" panose="02030602050306030303" pitchFamily="18" charset="0"/>
              </a:rPr>
              <a:t>Lost Productivity : </a:t>
            </a:r>
            <a:r>
              <a:rPr lang="en-GB" dirty="0"/>
              <a:t>Departures disrupt teams, delay projects, and reduce overall productivity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dirty="0"/>
              <a:t>             </a:t>
            </a:r>
            <a:r>
              <a:rPr lang="en-GB" b="1" dirty="0">
                <a:solidFill>
                  <a:srgbClr val="FF0000"/>
                </a:solidFill>
                <a:latin typeface="Constantia" panose="02030602050306030303" pitchFamily="18" charset="0"/>
              </a:rPr>
              <a:t>“Attrition isn’t just turnover — it’s lost talent, lost time, and lost growth.”</a:t>
            </a:r>
          </a:p>
        </p:txBody>
      </p:sp>
    </p:spTree>
    <p:extLst>
      <p:ext uri="{BB962C8B-B14F-4D97-AF65-F5344CB8AC3E}">
        <p14:creationId xmlns:p14="http://schemas.microsoft.com/office/powerpoint/2010/main" val="792142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1D3FD-3E6F-E624-96BB-CE7ED41EB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>
                <a:latin typeface="Constantia" panose="02030602050306030303" pitchFamily="18" charset="0"/>
              </a:rPr>
              <a:t>Technical Methodologies Used</a:t>
            </a:r>
            <a:endParaRPr lang="en-IN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6245C-3DB6-CEAC-6CB1-758044E27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Python programming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Data preprocessing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Train-Test split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Model Training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Hyperparameter Tuning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Performance Metrics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Model saving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Streamlit Deployment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5459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9A62F-CA02-69F0-E44C-06CA822EA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182" y="791497"/>
            <a:ext cx="9605635" cy="1059305"/>
          </a:xfrm>
        </p:spPr>
        <p:txBody>
          <a:bodyPr>
            <a:normAutofit/>
          </a:bodyPr>
          <a:lstStyle/>
          <a:p>
            <a:r>
              <a:rPr lang="en-GB" sz="3600" b="1" i="1" dirty="0">
                <a:latin typeface="Constantia" panose="02030602050306030303" pitchFamily="18" charset="0"/>
              </a:rPr>
              <a:t>DATA OVERVIEW </a:t>
            </a:r>
            <a:r>
              <a:rPr lang="en-GB" sz="3600" b="1" i="1" dirty="0"/>
              <a:t>:</a:t>
            </a:r>
            <a:endParaRPr lang="en-IN" sz="3600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A04A9-EF65-09E4-BD89-8B7A496E7F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17833" y="1409322"/>
            <a:ext cx="5596085" cy="465718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600" b="1" dirty="0">
                <a:latin typeface="+mj-lt"/>
              </a:rPr>
              <a:t> </a:t>
            </a:r>
            <a:r>
              <a:rPr lang="en-GB" b="1" dirty="0">
                <a:solidFill>
                  <a:srgbClr val="FF0000"/>
                </a:solidFill>
                <a:latin typeface="+mj-lt"/>
              </a:rPr>
              <a:t>INDEPENDENT VARIABLES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1800" b="1" dirty="0">
                <a:latin typeface="+mj-lt"/>
              </a:rPr>
              <a:t>Demographics</a:t>
            </a:r>
            <a:r>
              <a:rPr lang="en-GB" sz="1800" dirty="0">
                <a:latin typeface="+mj-lt"/>
              </a:rPr>
              <a:t> </a:t>
            </a:r>
            <a:r>
              <a:rPr lang="en-GB" sz="1800" b="1" dirty="0">
                <a:latin typeface="+mj-lt"/>
              </a:rPr>
              <a:t> :  </a:t>
            </a:r>
            <a:r>
              <a:rPr lang="en-GB" sz="1800" dirty="0">
                <a:latin typeface="+mj-lt"/>
              </a:rPr>
              <a:t>Age, Gender, Marital status, Over 18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800" dirty="0">
                <a:latin typeface="+mj-lt"/>
              </a:rPr>
              <a:t> </a:t>
            </a:r>
            <a:r>
              <a:rPr lang="en-GB" sz="1800" b="1" dirty="0">
                <a:latin typeface="+mj-lt"/>
              </a:rPr>
              <a:t>Job _ Related    : </a:t>
            </a:r>
            <a:r>
              <a:rPr lang="en-GB" sz="1800" dirty="0">
                <a:latin typeface="+mj-lt"/>
              </a:rPr>
              <a:t>Department, Job Role, Job Level, Business travel, Distance from home, Years at company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800" b="1" dirty="0">
                <a:latin typeface="+mj-lt"/>
              </a:rPr>
              <a:t>Benefits : </a:t>
            </a:r>
            <a:r>
              <a:rPr lang="en-GB" sz="1800" dirty="0">
                <a:latin typeface="+mj-lt"/>
              </a:rPr>
              <a:t>Monthly Income, Salary Hike, Stocks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800" b="1" dirty="0">
                <a:latin typeface="+mj-lt"/>
              </a:rPr>
              <a:t>Performances    :  </a:t>
            </a:r>
            <a:r>
              <a:rPr lang="en-GB" sz="1800" dirty="0">
                <a:latin typeface="+mj-lt"/>
              </a:rPr>
              <a:t>Rating, work life balance, Job satisfaction, Environment satisfaction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800" b="1" dirty="0">
                <a:latin typeface="+mj-lt"/>
              </a:rPr>
              <a:t>Career &amp; Experiences : </a:t>
            </a:r>
            <a:r>
              <a:rPr lang="en-GB" sz="1800" dirty="0">
                <a:latin typeface="+mj-lt"/>
              </a:rPr>
              <a:t>Total working years, No of companies worked, Education, Education Fiels</a:t>
            </a:r>
            <a:endParaRPr lang="en-IN" sz="1800" dirty="0">
              <a:latin typeface="+mj-lt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458A90-EE1B-519E-DE02-FB0FAF13B5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61170" y="1409322"/>
            <a:ext cx="4645152" cy="3441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FF0000"/>
                </a:solidFill>
                <a:latin typeface="+mj-lt"/>
              </a:rPr>
              <a:t>TARGET VARIABLE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Attrition</a:t>
            </a:r>
          </a:p>
          <a:p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E1C31A-E199-F53C-34CF-CDB7EF3594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1153671"/>
              </p:ext>
            </p:extLst>
          </p:nvPr>
        </p:nvGraphicFramePr>
        <p:xfrm>
          <a:off x="1417833" y="1442128"/>
          <a:ext cx="9733935" cy="4657181"/>
        </p:xfrm>
        <a:graphic>
          <a:graphicData uri="http://schemas.openxmlformats.org/drawingml/2006/table">
            <a:tbl>
              <a:tblPr/>
              <a:tblGrid>
                <a:gridCol w="9733935">
                  <a:extLst>
                    <a:ext uri="{9D8B030D-6E8A-4147-A177-3AD203B41FA5}">
                      <a16:colId xmlns:a16="http://schemas.microsoft.com/office/drawing/2014/main" val="3699342887"/>
                    </a:ext>
                  </a:extLst>
                </a:gridCol>
              </a:tblGrid>
              <a:tr h="4657181">
                <a:tc>
                  <a:txBody>
                    <a:bodyPr/>
                    <a:lstStyle/>
                    <a:p>
                      <a:r>
                        <a:rPr lang="en-GB" dirty="0"/>
                        <a:t>      </a:t>
                      </a:r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786083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4C5E8EE-1478-8F61-6659-18829B3CCB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678228"/>
              </p:ext>
            </p:extLst>
          </p:nvPr>
        </p:nvGraphicFramePr>
        <p:xfrm>
          <a:off x="7354528" y="1455174"/>
          <a:ext cx="208280" cy="4640826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3201510281"/>
                    </a:ext>
                  </a:extLst>
                </a:gridCol>
              </a:tblGrid>
              <a:tr h="464082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1466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9650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B263D-BB8C-4F16-1454-4C3837307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>
                <a:latin typeface="Constantia" panose="02030602050306030303" pitchFamily="18" charset="0"/>
              </a:rPr>
              <a:t>PREPROCESSING</a:t>
            </a:r>
            <a:r>
              <a:rPr lang="en-GB" i="1" dirty="0"/>
              <a:t> </a:t>
            </a:r>
            <a:endParaRPr lang="en-IN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50FE9-09D1-AD29-805F-61CA7C3A4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301240"/>
          </a:xfrm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Checked Missing values, Nan Values, and Duplicates records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Removed irrelevant and unnecessary columns to enhance data quality &amp; model accuracy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Performed outlier detection using </a:t>
            </a:r>
            <a:r>
              <a:rPr lang="en-GB" b="1" dirty="0"/>
              <a:t>KDE plots </a:t>
            </a:r>
            <a:r>
              <a:rPr lang="en-GB" dirty="0"/>
              <a:t>and addressed outliers through </a:t>
            </a:r>
            <a:r>
              <a:rPr lang="en-GB" b="1" dirty="0"/>
              <a:t>log10 </a:t>
            </a:r>
            <a:r>
              <a:rPr lang="en-GB" dirty="0"/>
              <a:t>transformation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Split the dataset into training and testing sets using a </a:t>
            </a:r>
            <a:r>
              <a:rPr lang="en-GB" b="1" dirty="0"/>
              <a:t>70 : 30</a:t>
            </a:r>
            <a:r>
              <a:rPr lang="en-GB" dirty="0"/>
              <a:t> ratio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Encoded categorical variables using </a:t>
            </a:r>
            <a:r>
              <a:rPr lang="en-GB" b="1" dirty="0"/>
              <a:t>Label Encoding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Standardized numerical features using </a:t>
            </a:r>
            <a:r>
              <a:rPr lang="en-GB" b="1" dirty="0"/>
              <a:t>StandardScaler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Applied </a:t>
            </a:r>
            <a:r>
              <a:rPr lang="en-GB" b="1" dirty="0"/>
              <a:t>SMOTE</a:t>
            </a:r>
            <a:r>
              <a:rPr lang="en-GB" dirty="0"/>
              <a:t> to handle class imbalance through oversampling</a:t>
            </a:r>
          </a:p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</a:rPr>
              <a:t>    </a:t>
            </a:r>
            <a:r>
              <a:rPr lang="en-GB" b="1" dirty="0">
                <a:solidFill>
                  <a:srgbClr val="FF0000"/>
                </a:solidFill>
              </a:rPr>
              <a:t>Ensured the dataset was clean, balanced, and well-prepared for model building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9026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9B312-0B8B-A57D-1221-5AD7DA490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5344" y="922878"/>
            <a:ext cx="9605635" cy="1059305"/>
          </a:xfrm>
        </p:spPr>
        <p:txBody>
          <a:bodyPr>
            <a:normAutofit/>
          </a:bodyPr>
          <a:lstStyle/>
          <a:p>
            <a:r>
              <a:rPr lang="en-GB" b="1" i="1" dirty="0">
                <a:latin typeface="Constantia" panose="02030602050306030303" pitchFamily="18" charset="0"/>
              </a:rPr>
              <a:t>TOP </a:t>
            </a:r>
            <a:r>
              <a:rPr lang="en-GB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en-GB" b="1" i="1" dirty="0">
                <a:latin typeface="Constantia" panose="02030602050306030303" pitchFamily="18" charset="0"/>
              </a:rPr>
              <a:t> Features Driving Attrition</a:t>
            </a:r>
            <a:endParaRPr lang="en-IN" b="1" i="1" dirty="0">
              <a:latin typeface="Constantia" panose="02030602050306030303" pitchFamily="18" charset="0"/>
            </a:endParaRPr>
          </a:p>
        </p:txBody>
      </p:sp>
      <p:pic>
        <p:nvPicPr>
          <p:cNvPr id="6" name="Content Placeholder 5" descr="A graph of a car driving attention&#10;&#10;AI-generated content may be incorrect.">
            <a:extLst>
              <a:ext uri="{FF2B5EF4-FFF2-40B4-BE49-F238E27FC236}">
                <a16:creationId xmlns:a16="http://schemas.microsoft.com/office/drawing/2014/main" id="{056009FD-18CE-D8CC-4B3C-EB2E374B776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45343" y="1887794"/>
            <a:ext cx="9605636" cy="4227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655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A group of blue and white graphs&#10;&#10;AI-generated content may be incorrect.">
            <a:extLst>
              <a:ext uri="{FF2B5EF4-FFF2-40B4-BE49-F238E27FC236}">
                <a16:creationId xmlns:a16="http://schemas.microsoft.com/office/drawing/2014/main" id="{4ECDE87E-18DF-A09B-8D92-A24F56A84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8594"/>
            <a:ext cx="8929002" cy="5437238"/>
          </a:xfrm>
          <a:prstGeom prst="rect">
            <a:avLst/>
          </a:prstGeom>
        </p:spPr>
      </p:pic>
      <p:pic>
        <p:nvPicPr>
          <p:cNvPr id="24" name="Picture 23" descr="A blue and pink pie chart&#10;&#10;AI-generated content may be incorrect.">
            <a:extLst>
              <a:ext uri="{FF2B5EF4-FFF2-40B4-BE49-F238E27FC236}">
                <a16:creationId xmlns:a16="http://schemas.microsoft.com/office/drawing/2014/main" id="{9A7AD12F-CDBD-A9B9-4672-76FE39BA1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9002" y="27909"/>
            <a:ext cx="3063505" cy="3108581"/>
          </a:xfrm>
          <a:prstGeom prst="rect">
            <a:avLst/>
          </a:prstGeom>
        </p:spPr>
      </p:pic>
      <p:pic>
        <p:nvPicPr>
          <p:cNvPr id="26" name="Picture 25" descr="A blue and pink circle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D9F93288-DA83-941A-E97E-5D432D8722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9949" y="3136490"/>
            <a:ext cx="3101609" cy="2969343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B5EEF71-3B2B-72F2-AF37-BEF73FD1294C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588" y="27909"/>
            <a:ext cx="4645025" cy="801688"/>
          </a:xfrm>
        </p:spPr>
        <p:txBody>
          <a:bodyPr/>
          <a:lstStyle/>
          <a:p>
            <a:pPr marL="0" indent="0">
              <a:buNone/>
            </a:pPr>
            <a:r>
              <a:rPr lang="en-IN" b="1" i="1" dirty="0">
                <a:latin typeface="Constantia" panose="02030602050306030303" pitchFamily="18" charset="0"/>
              </a:rPr>
              <a:t>Feature </a:t>
            </a:r>
            <a:r>
              <a:rPr lang="en-IN" b="1" i="1">
                <a:latin typeface="Constantia" panose="02030602050306030303" pitchFamily="18" charset="0"/>
              </a:rPr>
              <a:t>Distribution Analysis :</a:t>
            </a:r>
            <a:endParaRPr lang="en-IN" b="1" i="1" dirty="0">
              <a:latin typeface="Constantia" panose="02030602050306030303" pitchFamily="18" charset="0"/>
            </a:endParaRP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50119FA7-A1F4-5F4C-B693-9752DA6C65CB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545388" y="-1588"/>
            <a:ext cx="4646612" cy="803276"/>
          </a:xfrm>
        </p:spPr>
        <p:txBody>
          <a:bodyPr/>
          <a:lstStyle/>
          <a:p>
            <a:pPr marL="0" indent="0">
              <a:buNone/>
            </a:pPr>
            <a:r>
              <a:rPr lang="en-GB" b="1" i="1" dirty="0">
                <a:latin typeface="Constantia" panose="02030602050306030303" pitchFamily="18" charset="0"/>
              </a:rPr>
              <a:t>SMOTE</a:t>
            </a:r>
            <a:endParaRPr lang="en-IN" b="1" i="1" dirty="0">
              <a:latin typeface="Constantia" panose="020306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8039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90F87-4956-C480-8E09-F0D5129C1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b="1" i="1" dirty="0">
                <a:latin typeface="Constantia" panose="02030602050306030303" pitchFamily="18" charset="0"/>
              </a:rPr>
              <a:t>Model selection, training and performance evaluation</a:t>
            </a:r>
            <a:endParaRPr lang="en-IN" sz="2800" b="1" i="1" dirty="0">
              <a:latin typeface="Constantia" panose="0203060205030603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7E876-58CA-5F07-8A01-385078C7F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Trained the dataset using </a:t>
            </a:r>
            <a:r>
              <a:rPr lang="en-GB" b="1" dirty="0"/>
              <a:t>eight different machine learning models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Applied </a:t>
            </a:r>
            <a:r>
              <a:rPr lang="en-GB" b="1" dirty="0"/>
              <a:t>GridSearchCV</a:t>
            </a:r>
            <a:r>
              <a:rPr lang="en-GB" dirty="0"/>
              <a:t> for hyperparameter tuning and identified the best-performing parameters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Optimized model performance by </a:t>
            </a:r>
            <a:r>
              <a:rPr lang="en-GB" b="1" dirty="0"/>
              <a:t>adjusting classification threshold values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Evaluated models using </a:t>
            </a:r>
            <a:r>
              <a:rPr lang="en-GB" b="1" dirty="0"/>
              <a:t>classification reports</a:t>
            </a:r>
            <a:r>
              <a:rPr lang="en-GB" dirty="0"/>
              <a:t> and standard performance metrics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All models demonstrated strong performance, achieving </a:t>
            </a:r>
            <a:r>
              <a:rPr lang="en-GB" b="1" dirty="0"/>
              <a:t>accuracy above 85%</a:t>
            </a:r>
            <a:r>
              <a:rPr lang="en-GB" dirty="0"/>
              <a:t> and </a:t>
            </a:r>
            <a:r>
              <a:rPr lang="en-GB" b="1" dirty="0"/>
              <a:t>AUC-ROC scores of 80% or higher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7485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DA13D-D6AB-49FF-9DA1-E26ADEC31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781" y="539419"/>
            <a:ext cx="9605635" cy="1059305"/>
          </a:xfrm>
        </p:spPr>
        <p:txBody>
          <a:bodyPr/>
          <a:lstStyle/>
          <a:p>
            <a:r>
              <a:rPr lang="en-GB" b="1" i="1" dirty="0">
                <a:latin typeface="Constantia" panose="02030602050306030303" pitchFamily="18" charset="0"/>
              </a:rPr>
              <a:t>MODEL PERFORMANCE :</a:t>
            </a:r>
            <a:endParaRPr lang="en-IN" b="1" i="1" dirty="0">
              <a:latin typeface="Constantia" panose="02030602050306030303" pitchFamily="18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663D11E-CB6B-7088-A57B-76795FA1D25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697352586"/>
              </p:ext>
            </p:extLst>
          </p:nvPr>
        </p:nvGraphicFramePr>
        <p:xfrm>
          <a:off x="481781" y="1383701"/>
          <a:ext cx="11562735" cy="4731965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897760">
                  <a:extLst>
                    <a:ext uri="{9D8B030D-6E8A-4147-A177-3AD203B41FA5}">
                      <a16:colId xmlns:a16="http://schemas.microsoft.com/office/drawing/2014/main" val="3412641641"/>
                    </a:ext>
                  </a:extLst>
                </a:gridCol>
                <a:gridCol w="1762386">
                  <a:extLst>
                    <a:ext uri="{9D8B030D-6E8A-4147-A177-3AD203B41FA5}">
                      <a16:colId xmlns:a16="http://schemas.microsoft.com/office/drawing/2014/main" val="767507542"/>
                    </a:ext>
                  </a:extLst>
                </a:gridCol>
                <a:gridCol w="1566564">
                  <a:extLst>
                    <a:ext uri="{9D8B030D-6E8A-4147-A177-3AD203B41FA5}">
                      <a16:colId xmlns:a16="http://schemas.microsoft.com/office/drawing/2014/main" val="3068019155"/>
                    </a:ext>
                  </a:extLst>
                </a:gridCol>
                <a:gridCol w="1398719">
                  <a:extLst>
                    <a:ext uri="{9D8B030D-6E8A-4147-A177-3AD203B41FA5}">
                      <a16:colId xmlns:a16="http://schemas.microsoft.com/office/drawing/2014/main" val="4001418408"/>
                    </a:ext>
                  </a:extLst>
                </a:gridCol>
                <a:gridCol w="1408042">
                  <a:extLst>
                    <a:ext uri="{9D8B030D-6E8A-4147-A177-3AD203B41FA5}">
                      <a16:colId xmlns:a16="http://schemas.microsoft.com/office/drawing/2014/main" val="44754784"/>
                    </a:ext>
                  </a:extLst>
                </a:gridCol>
                <a:gridCol w="1529264">
                  <a:extLst>
                    <a:ext uri="{9D8B030D-6E8A-4147-A177-3AD203B41FA5}">
                      <a16:colId xmlns:a16="http://schemas.microsoft.com/office/drawing/2014/main" val="861312538"/>
                    </a:ext>
                  </a:extLst>
                </a:gridCol>
              </a:tblGrid>
              <a:tr h="494226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MODEL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AOU-ROC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8607579"/>
                  </a:ext>
                </a:extLst>
              </a:tr>
              <a:tr h="626530">
                <a:tc>
                  <a:txBody>
                    <a:bodyPr/>
                    <a:lstStyle/>
                    <a:p>
                      <a:pPr lvl="2" algn="ctr"/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</a:t>
                      </a: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REGRESSION</a:t>
                      </a:r>
                      <a:endParaRPr lang="en-GB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</a:t>
                      </a:r>
                      <a:endParaRPr lang="en-I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</a:t>
                      </a:r>
                      <a:endParaRPr lang="en-I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0.80</a:t>
                      </a:r>
                      <a:endParaRPr lang="en-I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</a:t>
                      </a:r>
                      <a:endParaRPr lang="en-I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</a:t>
                      </a:r>
                      <a:endParaRPr lang="en-I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875773513"/>
                  </a:ext>
                </a:extLst>
              </a:tr>
              <a:tr h="515887"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 BOOST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</a:t>
                      </a:r>
                      <a:endParaRPr lang="en-I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0.88</a:t>
                      </a:r>
                      <a:endParaRPr lang="en-I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</a:t>
                      </a:r>
                      <a:endParaRPr lang="en-I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</a:t>
                      </a:r>
                      <a:endParaRPr lang="en-I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</a:t>
                      </a:r>
                      <a:endParaRPr lang="en-I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731853014"/>
                  </a:ext>
                </a:extLst>
              </a:tr>
              <a:tr h="515887"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0.83</a:t>
                      </a:r>
                      <a:endParaRPr lang="en-I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</a:t>
                      </a:r>
                      <a:endParaRPr lang="en-I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</a:t>
                      </a:r>
                      <a:endParaRPr lang="en-I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</a:t>
                      </a:r>
                      <a:endParaRPr lang="en-I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0.81</a:t>
                      </a:r>
                      <a:endParaRPr lang="en-I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4213963992"/>
                  </a:ext>
                </a:extLst>
              </a:tr>
              <a:tr h="515887"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 BOOST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0.88</a:t>
                      </a:r>
                      <a:endParaRPr lang="en-I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</a:t>
                      </a:r>
                      <a:endParaRPr lang="en-I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0.88</a:t>
                      </a:r>
                      <a:endParaRPr lang="en-I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</a:t>
                      </a:r>
                      <a:endParaRPr lang="en-I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0.81</a:t>
                      </a:r>
                      <a:endParaRPr lang="en-I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785143190"/>
                  </a:ext>
                </a:extLst>
              </a:tr>
              <a:tr h="515887"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GRADIENT BOOSTING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</a:t>
                      </a:r>
                      <a:endParaRPr lang="en-I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</a:t>
                      </a:r>
                      <a:endParaRPr lang="en-I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</a:t>
                      </a:r>
                      <a:endParaRPr lang="en-I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</a:t>
                      </a:r>
                      <a:endParaRPr lang="en-I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0.80</a:t>
                      </a:r>
                      <a:endParaRPr lang="en-I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866127177"/>
                  </a:ext>
                </a:extLst>
              </a:tr>
              <a:tr h="51588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SVC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868718340"/>
                  </a:ext>
                </a:extLst>
              </a:tr>
              <a:tr h="515887"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 TREE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</a:t>
                      </a:r>
                      <a:endParaRPr lang="en-I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0.83</a:t>
                      </a:r>
                      <a:endParaRPr lang="en-I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0.81</a:t>
                      </a:r>
                      <a:endParaRPr lang="en-I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</a:t>
                      </a:r>
                      <a:endParaRPr lang="en-I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</a:t>
                      </a:r>
                      <a:endParaRPr lang="en-I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41743679"/>
                  </a:ext>
                </a:extLst>
              </a:tr>
              <a:tr h="515887"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 NEIGHBORS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</a:t>
                      </a:r>
                      <a:endParaRPr lang="en-I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0.88</a:t>
                      </a:r>
                      <a:endParaRPr lang="en-I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</a:t>
                      </a:r>
                      <a:endParaRPr lang="en-I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088</a:t>
                      </a:r>
                      <a:endParaRPr lang="en-I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</a:t>
                      </a:r>
                      <a:endParaRPr lang="en-I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1110769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879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61F85-5CD5-F073-A073-BF346EECB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i="1" dirty="0">
                <a:latin typeface="Constantia" panose="02030602050306030303" pitchFamily="18" charset="0"/>
              </a:rPr>
              <a:t>STREAMLIT DEPLOYMENT:</a:t>
            </a:r>
            <a:endParaRPr lang="en-IN" sz="3600" b="1" i="1" dirty="0">
              <a:latin typeface="Constantia" panose="0203060205030603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32EA1-7229-E737-1463-576333E25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Saved all trained models, optimized hyperparameters, and evaluation metrics using </a:t>
            </a:r>
            <a:r>
              <a:rPr lang="en-GB" b="1" dirty="0"/>
              <a:t>Joblib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Loaded the best performing models into </a:t>
            </a:r>
            <a:r>
              <a:rPr lang="en-GB" b="1" dirty="0"/>
              <a:t>streamlit</a:t>
            </a:r>
            <a:r>
              <a:rPr lang="en-GB" dirty="0"/>
              <a:t> for deployment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Developed an interactive front – end application to predict employee attrition and performance rating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Enabled real time predictions through a user-friendly streamlit interface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63029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shot of a web page&#10;&#10;AI-generated content may be incorrect.">
            <a:extLst>
              <a:ext uri="{FF2B5EF4-FFF2-40B4-BE49-F238E27FC236}">
                <a16:creationId xmlns:a16="http://schemas.microsoft.com/office/drawing/2014/main" id="{72494D9E-127F-1B3A-8DAE-41D444B81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30529" cy="6115665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C7ABA6E-542A-4D50-B4B1-4D6735A89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529" y="0"/>
            <a:ext cx="6361471" cy="611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123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5C06F-B676-346B-3FC3-B1B68F16B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>
                <a:latin typeface="Constantia" panose="02030602050306030303" pitchFamily="18" charset="0"/>
              </a:rPr>
              <a:t>Model-Driven Insights :</a:t>
            </a:r>
            <a:endParaRPr lang="en-IN" b="1" i="1" dirty="0">
              <a:latin typeface="Constantia" panose="0203060205030603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90178-218C-E72A-8F5B-631311247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1800" dirty="0"/>
              <a:t> The analysis reveals that attrition is not driven by single factor but by a combination of many factors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1800" dirty="0"/>
              <a:t> Compensation, workload and experiences are the primary contributors to employee attrition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1800" dirty="0"/>
              <a:t>Employees with lower monthly income, high over time demands and specific career stage characteristics are more likely to leave organisation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1800" dirty="0"/>
              <a:t>Additionally,  Age, total working years reflect career stage effect, employees with certain level of experience levels are more likely to consider job change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1800" dirty="0"/>
              <a:t>Overtime and distance from home further emphasize the role of work life balance and commuting stress in attrition decision</a:t>
            </a:r>
          </a:p>
        </p:txBody>
      </p:sp>
    </p:spTree>
    <p:extLst>
      <p:ext uri="{BB962C8B-B14F-4D97-AF65-F5344CB8AC3E}">
        <p14:creationId xmlns:p14="http://schemas.microsoft.com/office/powerpoint/2010/main" val="28293532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4A231-5FF5-592B-D7D6-A9B338A57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>
                <a:latin typeface="Constantia" panose="02030602050306030303" pitchFamily="18" charset="0"/>
              </a:rPr>
              <a:t>Business TAKEAWAYS 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2184D-5BF9-5055-D14C-5B49AD81E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Regular salary reviews for employee with lower salary income can reduce attrition risk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Optimizing workload and staffing can improve retention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Customized retention strategies should target early- and mid-career employees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Fair and transparent pay structures may improve employee satisfaction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Providing company arranged cab or transportation allowance for employee living far from the workplace can reduce commute stress and improve punctuality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Trigger early interventions such as role changes, incentives or flexible work options can reduce risk of attrition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00812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n and a card on a wood surface&#10;&#10;AI-generated content may be incorrect.">
            <a:extLst>
              <a:ext uri="{FF2B5EF4-FFF2-40B4-BE49-F238E27FC236}">
                <a16:creationId xmlns:a16="http://schemas.microsoft.com/office/drawing/2014/main" id="{61A67295-C28B-B25C-1F67-05CB2765E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316" y="1678484"/>
            <a:ext cx="8121446" cy="445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83971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2430</TotalTime>
  <Words>650</Words>
  <Application>Microsoft Office PowerPoint</Application>
  <PresentationFormat>Widescreen</PresentationFormat>
  <Paragraphs>125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Constantia</vt:lpstr>
      <vt:lpstr>Gill Sans MT</vt:lpstr>
      <vt:lpstr>Rockwell Condensed</vt:lpstr>
      <vt:lpstr>Times New Roman</vt:lpstr>
      <vt:lpstr>Wingdings</vt:lpstr>
      <vt:lpstr>Gallery</vt:lpstr>
      <vt:lpstr>                                                                                                                                  by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GIRIJA sWAMINATHAN</vt:lpstr>
      <vt:lpstr>OBJECTIVE : </vt:lpstr>
      <vt:lpstr>Why it matters?</vt:lpstr>
      <vt:lpstr>Technical Methodologies Used</vt:lpstr>
      <vt:lpstr>DATA OVERVIEW :</vt:lpstr>
      <vt:lpstr>PREPROCESSING </vt:lpstr>
      <vt:lpstr>TOP 25 Features Driving Attrition</vt:lpstr>
      <vt:lpstr>PowerPoint Presentation</vt:lpstr>
      <vt:lpstr>Model selection, training and performance evaluation</vt:lpstr>
      <vt:lpstr>MODEL PERFORMANCE :</vt:lpstr>
      <vt:lpstr>STREAMLIT DEPLOYMENT:</vt:lpstr>
      <vt:lpstr>PowerPoint Presentation</vt:lpstr>
      <vt:lpstr>Model-Driven Insights :</vt:lpstr>
      <vt:lpstr>Business TAKEAWAYS 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Girija Swaminathan</dc:creator>
  <cp:lastModifiedBy>Girija Swaminathan</cp:lastModifiedBy>
  <cp:revision>1</cp:revision>
  <dcterms:created xsi:type="dcterms:W3CDTF">2025-12-12T05:25:27Z</dcterms:created>
  <dcterms:modified xsi:type="dcterms:W3CDTF">2025-12-14T15:25:28Z</dcterms:modified>
</cp:coreProperties>
</file>